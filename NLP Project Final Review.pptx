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6858000" cx="12192000"/>
  <p:notesSz cx="6858000" cy="9144000"/>
  <p:embeddedFontLst>
    <p:embeddedFont>
      <p:font typeface="Helvetica Neue"/>
      <p:regular r:id="rId16"/>
      <p:bold r:id="rId17"/>
      <p:italic r:id="rId18"/>
      <p:boldItalic r:id="rId19"/>
    </p:embeddedFont>
    <p:embeddedFont>
      <p:font typeface="Century Gothic"/>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24" roundtripDataSignature="AMtx7mhZnUy/sII4JddUpY/JeYFc9Mli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6F153D2-C2B2-4666-8F33-2AD07603F20C}">
  <a:tblStyle styleId="{06F153D2-C2B2-4666-8F33-2AD07603F20C}" styleName="Table_0">
    <a:wholeTbl>
      <a:tcTxStyle b="off" i="off">
        <a:font>
          <a:latin typeface="Century Gothic"/>
          <a:ea typeface="Century Gothic"/>
          <a:cs typeface="Century Gothic"/>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D4D4D4"/>
          </a:solidFill>
        </a:fill>
      </a:tcStyle>
    </a:wholeTbl>
    <a:band1H>
      <a:tcTxStyle/>
    </a:band1H>
    <a:band2H>
      <a:tcTxStyle b="off" i="off"/>
      <a:tcStyle>
        <a:fill>
          <a:solidFill>
            <a:srgbClr val="EBEBEB"/>
          </a:solidFill>
        </a:fill>
      </a:tcStyle>
    </a:band2H>
    <a:band1V>
      <a:tcTxStyle/>
    </a:band1V>
    <a:band2V>
      <a:tcTxStyle/>
    </a:band2V>
    <a:lastCol>
      <a:tcTxStyle/>
    </a:lastCol>
    <a:firstCol>
      <a:tcTxStyle b="on" i="off">
        <a:font>
          <a:latin typeface="Century Gothic"/>
          <a:ea typeface="Century Gothic"/>
          <a:cs typeface="Century Gothic"/>
        </a:font>
        <a:srgbClr val="FFFFFF"/>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chemeClr val="accent1"/>
          </a:solidFill>
        </a:fill>
      </a:tcStyle>
    </a:firstCol>
    <a:lastRow>
      <a:tcTxStyle b="on" i="off">
        <a:font>
          <a:latin typeface="Century Gothic"/>
          <a:ea typeface="Century Gothic"/>
          <a:cs typeface="Century Gothic"/>
        </a:font>
        <a:srgbClr val="FFFFFF"/>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381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chemeClr val="accent1"/>
          </a:solidFill>
        </a:fill>
      </a:tcStyle>
    </a:lastRow>
    <a:seCell>
      <a:tcTxStyle/>
    </a:seCell>
    <a:swCell>
      <a:tcTxStyle/>
    </a:swCell>
    <a:firstRow>
      <a:tcTxStyle b="on" i="off">
        <a:font>
          <a:latin typeface="Century Gothic"/>
          <a:ea typeface="Century Gothic"/>
          <a:cs typeface="Century Gothic"/>
        </a:font>
        <a:srgbClr val="FFFFFF"/>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381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CenturyGothic-regular.fntdata"/><Relationship Id="rId11" Type="http://schemas.openxmlformats.org/officeDocument/2006/relationships/slide" Target="slides/slide5.xml"/><Relationship Id="rId22" Type="http://schemas.openxmlformats.org/officeDocument/2006/relationships/font" Target="fonts/CenturyGothic-italic.fntdata"/><Relationship Id="rId10" Type="http://schemas.openxmlformats.org/officeDocument/2006/relationships/slide" Target="slides/slide4.xml"/><Relationship Id="rId21" Type="http://schemas.openxmlformats.org/officeDocument/2006/relationships/font" Target="fonts/CenturyGothic-bold.fntdata"/><Relationship Id="rId13" Type="http://schemas.openxmlformats.org/officeDocument/2006/relationships/slide" Target="slides/slide7.xml"/><Relationship Id="rId24" Type="http://customschemas.google.com/relationships/presentationmetadata" Target="metadata"/><Relationship Id="rId12" Type="http://schemas.openxmlformats.org/officeDocument/2006/relationships/slide" Target="slides/slide6.xml"/><Relationship Id="rId23" Type="http://schemas.openxmlformats.org/officeDocument/2006/relationships/font" Target="fonts/CenturyGothic-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HelveticaNeue-bold.fntdata"/><Relationship Id="rId16" Type="http://schemas.openxmlformats.org/officeDocument/2006/relationships/font" Target="fonts/HelveticaNeue-regular.fntdata"/><Relationship Id="rId5" Type="http://schemas.openxmlformats.org/officeDocument/2006/relationships/slideMaster" Target="slideMasters/slideMaster1.xml"/><Relationship Id="rId19" Type="http://schemas.openxmlformats.org/officeDocument/2006/relationships/font" Target="fonts/HelveticaNeue-boldItalic.fntdata"/><Relationship Id="rId6" Type="http://schemas.openxmlformats.org/officeDocument/2006/relationships/notesMaster" Target="notesMasters/notesMaster1.xml"/><Relationship Id="rId18" Type="http://schemas.openxmlformats.org/officeDocument/2006/relationships/font" Target="fonts/HelveticaNeue-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rgbClr val="FFFFFF"/>
                </a:solidFill>
                <a:latin typeface="Century Gothic"/>
                <a:ea typeface="Century Gothic"/>
                <a:cs typeface="Century Gothic"/>
                <a:sym typeface="Century Gothic"/>
              </a:defRPr>
            </a:lvl1pPr>
            <a:lvl2pPr indent="-228600" lvl="1" marL="914400" marR="0" rtl="0" algn="l">
              <a:spcBef>
                <a:spcPts val="0"/>
              </a:spcBef>
              <a:spcAft>
                <a:spcPts val="0"/>
              </a:spcAft>
              <a:buSzPts val="1400"/>
              <a:buNone/>
              <a:defRPr b="0" i="0" sz="1200" u="none" cap="none" strike="noStrike">
                <a:solidFill>
                  <a:srgbClr val="FFFFFF"/>
                </a:solidFill>
                <a:latin typeface="Century Gothic"/>
                <a:ea typeface="Century Gothic"/>
                <a:cs typeface="Century Gothic"/>
                <a:sym typeface="Century Gothic"/>
              </a:defRPr>
            </a:lvl2pPr>
            <a:lvl3pPr indent="-228600" lvl="2" marL="1371600" marR="0" rtl="0" algn="l">
              <a:spcBef>
                <a:spcPts val="0"/>
              </a:spcBef>
              <a:spcAft>
                <a:spcPts val="0"/>
              </a:spcAft>
              <a:buSzPts val="1400"/>
              <a:buNone/>
              <a:defRPr b="0" i="0" sz="1200" u="none" cap="none" strike="noStrike">
                <a:solidFill>
                  <a:srgbClr val="FFFFFF"/>
                </a:solidFill>
                <a:latin typeface="Century Gothic"/>
                <a:ea typeface="Century Gothic"/>
                <a:cs typeface="Century Gothic"/>
                <a:sym typeface="Century Gothic"/>
              </a:defRPr>
            </a:lvl3pPr>
            <a:lvl4pPr indent="-228600" lvl="3" marL="1828800" marR="0" rtl="0" algn="l">
              <a:spcBef>
                <a:spcPts val="0"/>
              </a:spcBef>
              <a:spcAft>
                <a:spcPts val="0"/>
              </a:spcAft>
              <a:buSzPts val="1400"/>
              <a:buNone/>
              <a:defRPr b="0" i="0" sz="1200" u="none" cap="none" strike="noStrike">
                <a:solidFill>
                  <a:srgbClr val="FFFFFF"/>
                </a:solidFill>
                <a:latin typeface="Century Gothic"/>
                <a:ea typeface="Century Gothic"/>
                <a:cs typeface="Century Gothic"/>
                <a:sym typeface="Century Gothic"/>
              </a:defRPr>
            </a:lvl4pPr>
            <a:lvl5pPr indent="-228600" lvl="4" marL="2286000" marR="0" rtl="0" algn="l">
              <a:spcBef>
                <a:spcPts val="0"/>
              </a:spcBef>
              <a:spcAft>
                <a:spcPts val="0"/>
              </a:spcAft>
              <a:buSzPts val="1400"/>
              <a:buNone/>
              <a:defRPr b="0" i="0" sz="1200" u="none" cap="none" strike="noStrike">
                <a:solidFill>
                  <a:srgbClr val="FFFFFF"/>
                </a:solidFill>
                <a:latin typeface="Century Gothic"/>
                <a:ea typeface="Century Gothic"/>
                <a:cs typeface="Century Gothic"/>
                <a:sym typeface="Century Gothic"/>
              </a:defRPr>
            </a:lvl5pPr>
            <a:lvl6pPr indent="-228600" lvl="5" marL="2743200" marR="0" rtl="0" algn="l">
              <a:spcBef>
                <a:spcPts val="0"/>
              </a:spcBef>
              <a:spcAft>
                <a:spcPts val="0"/>
              </a:spcAft>
              <a:buSzPts val="1400"/>
              <a:buNone/>
              <a:defRPr b="0" i="0" sz="1200" u="none" cap="none" strike="noStrike">
                <a:solidFill>
                  <a:srgbClr val="FFFFFF"/>
                </a:solidFill>
                <a:latin typeface="Century Gothic"/>
                <a:ea typeface="Century Gothic"/>
                <a:cs typeface="Century Gothic"/>
                <a:sym typeface="Century Gothic"/>
              </a:defRPr>
            </a:lvl6pPr>
            <a:lvl7pPr indent="-228600" lvl="6" marL="3200400" marR="0" rtl="0" algn="l">
              <a:spcBef>
                <a:spcPts val="0"/>
              </a:spcBef>
              <a:spcAft>
                <a:spcPts val="0"/>
              </a:spcAft>
              <a:buSzPts val="1400"/>
              <a:buNone/>
              <a:defRPr b="0" i="0" sz="1200" u="none" cap="none" strike="noStrike">
                <a:solidFill>
                  <a:srgbClr val="FFFFFF"/>
                </a:solidFill>
                <a:latin typeface="Century Gothic"/>
                <a:ea typeface="Century Gothic"/>
                <a:cs typeface="Century Gothic"/>
                <a:sym typeface="Century Gothic"/>
              </a:defRPr>
            </a:lvl7pPr>
            <a:lvl8pPr indent="-228600" lvl="7" marL="3657600" marR="0" rtl="0" algn="l">
              <a:spcBef>
                <a:spcPts val="0"/>
              </a:spcBef>
              <a:spcAft>
                <a:spcPts val="0"/>
              </a:spcAft>
              <a:buSzPts val="1400"/>
              <a:buNone/>
              <a:defRPr b="0" i="0" sz="1200" u="none" cap="none" strike="noStrike">
                <a:solidFill>
                  <a:srgbClr val="FFFFFF"/>
                </a:solidFill>
                <a:latin typeface="Century Gothic"/>
                <a:ea typeface="Century Gothic"/>
                <a:cs typeface="Century Gothic"/>
                <a:sym typeface="Century Gothic"/>
              </a:defRPr>
            </a:lvl8pPr>
            <a:lvl9pPr indent="-228600" lvl="8" marL="4114800" marR="0" rtl="0" algn="l">
              <a:spcBef>
                <a:spcPts val="0"/>
              </a:spcBef>
              <a:spcAft>
                <a:spcPts val="0"/>
              </a:spcAft>
              <a:buSzPts val="1400"/>
              <a:buNone/>
              <a:defRPr b="0" i="0" sz="1200" u="none" cap="none" strike="noStrike">
                <a:solidFill>
                  <a:srgbClr val="FFFFFF"/>
                </a:solidFill>
                <a:latin typeface="Century Gothic"/>
                <a:ea typeface="Century Gothic"/>
                <a:cs typeface="Century Gothic"/>
                <a:sym typeface="Century Gothic"/>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1"/>
          <p:cNvSpPr txBox="1"/>
          <p:nvPr>
            <p:ph type="title"/>
          </p:nvPr>
        </p:nvSpPr>
        <p:spPr>
          <a:xfrm>
            <a:off x="1751011" y="609601"/>
            <a:ext cx="8676224" cy="3200401"/>
          </a:xfrm>
          <a:prstGeom prst="rect">
            <a:avLst/>
          </a:prstGeom>
          <a:noFill/>
          <a:ln>
            <a:noFill/>
          </a:ln>
        </p:spPr>
        <p:txBody>
          <a:bodyPr anchorCtr="0" anchor="b" bIns="45700" lIns="45700" spcFirstLastPara="1" rIns="45700" wrap="square" tIns="45700">
            <a:normAutofit/>
          </a:bodyPr>
          <a:lstStyle>
            <a:lvl1pPr lvl="0" algn="ctr">
              <a:lnSpc>
                <a:spcPct val="100000"/>
              </a:lnSpc>
              <a:spcBef>
                <a:spcPts val="0"/>
              </a:spcBef>
              <a:spcAft>
                <a:spcPts val="0"/>
              </a:spcAft>
              <a:buClr>
                <a:srgbClr val="FFFFFF"/>
              </a:buClr>
              <a:buSzPts val="4800"/>
              <a:buFont typeface="Century Gothic"/>
              <a:buNone/>
              <a:defRPr sz="4800"/>
            </a:lvl1pPr>
            <a:lvl2pPr lvl="1" algn="l">
              <a:lnSpc>
                <a:spcPct val="100000"/>
              </a:lnSpc>
              <a:spcBef>
                <a:spcPts val="0"/>
              </a:spcBef>
              <a:spcAft>
                <a:spcPts val="0"/>
              </a:spcAft>
              <a:buClr>
                <a:srgbClr val="FFFFFF"/>
              </a:buClr>
              <a:buSzPts val="1800"/>
              <a:buNone/>
              <a:defRPr/>
            </a:lvl2pPr>
            <a:lvl3pPr lvl="2" algn="l">
              <a:lnSpc>
                <a:spcPct val="100000"/>
              </a:lnSpc>
              <a:spcBef>
                <a:spcPts val="0"/>
              </a:spcBef>
              <a:spcAft>
                <a:spcPts val="0"/>
              </a:spcAft>
              <a:buClr>
                <a:srgbClr val="FFFFFF"/>
              </a:buClr>
              <a:buSzPts val="1800"/>
              <a:buNone/>
              <a:defRPr/>
            </a:lvl3pPr>
            <a:lvl4pPr lvl="3" algn="l">
              <a:lnSpc>
                <a:spcPct val="100000"/>
              </a:lnSpc>
              <a:spcBef>
                <a:spcPts val="0"/>
              </a:spcBef>
              <a:spcAft>
                <a:spcPts val="0"/>
              </a:spcAft>
              <a:buClr>
                <a:srgbClr val="FFFFFF"/>
              </a:buClr>
              <a:buSzPts val="1800"/>
              <a:buNone/>
              <a:defRPr/>
            </a:lvl4pPr>
            <a:lvl5pPr lvl="4" algn="l">
              <a:lnSpc>
                <a:spcPct val="100000"/>
              </a:lnSpc>
              <a:spcBef>
                <a:spcPts val="0"/>
              </a:spcBef>
              <a:spcAft>
                <a:spcPts val="0"/>
              </a:spcAft>
              <a:buClr>
                <a:srgbClr val="FFFFFF"/>
              </a:buClr>
              <a:buSzPts val="1800"/>
              <a:buNone/>
              <a:defRPr/>
            </a:lvl5pPr>
            <a:lvl6pPr lvl="5" algn="l">
              <a:lnSpc>
                <a:spcPct val="100000"/>
              </a:lnSpc>
              <a:spcBef>
                <a:spcPts val="0"/>
              </a:spcBef>
              <a:spcAft>
                <a:spcPts val="0"/>
              </a:spcAft>
              <a:buClr>
                <a:srgbClr val="FFFFFF"/>
              </a:buClr>
              <a:buSzPts val="1800"/>
              <a:buNone/>
              <a:defRPr/>
            </a:lvl6pPr>
            <a:lvl7pPr lvl="6" algn="l">
              <a:lnSpc>
                <a:spcPct val="100000"/>
              </a:lnSpc>
              <a:spcBef>
                <a:spcPts val="0"/>
              </a:spcBef>
              <a:spcAft>
                <a:spcPts val="0"/>
              </a:spcAft>
              <a:buClr>
                <a:srgbClr val="FFFFFF"/>
              </a:buClr>
              <a:buSzPts val="1800"/>
              <a:buNone/>
              <a:defRPr/>
            </a:lvl7pPr>
            <a:lvl8pPr lvl="7" algn="l">
              <a:lnSpc>
                <a:spcPct val="100000"/>
              </a:lnSpc>
              <a:spcBef>
                <a:spcPts val="0"/>
              </a:spcBef>
              <a:spcAft>
                <a:spcPts val="0"/>
              </a:spcAft>
              <a:buClr>
                <a:srgbClr val="FFFFFF"/>
              </a:buClr>
              <a:buSzPts val="1800"/>
              <a:buNone/>
              <a:defRPr/>
            </a:lvl8pPr>
            <a:lvl9pPr lvl="8" algn="l">
              <a:lnSpc>
                <a:spcPct val="100000"/>
              </a:lnSpc>
              <a:spcBef>
                <a:spcPts val="0"/>
              </a:spcBef>
              <a:spcAft>
                <a:spcPts val="0"/>
              </a:spcAft>
              <a:buClr>
                <a:srgbClr val="FFFFFF"/>
              </a:buClr>
              <a:buSzPts val="1800"/>
              <a:buNone/>
              <a:defRPr/>
            </a:lvl9pPr>
          </a:lstStyle>
          <a:p/>
        </p:txBody>
      </p:sp>
      <p:sp>
        <p:nvSpPr>
          <p:cNvPr id="11" name="Google Shape;11;p11"/>
          <p:cNvSpPr txBox="1"/>
          <p:nvPr>
            <p:ph idx="1" type="body"/>
          </p:nvPr>
        </p:nvSpPr>
        <p:spPr>
          <a:xfrm>
            <a:off x="1751011" y="3886200"/>
            <a:ext cx="8676224" cy="1905000"/>
          </a:xfrm>
          <a:prstGeom prst="rect">
            <a:avLst/>
          </a:prstGeom>
          <a:noFill/>
          <a:ln>
            <a:noFill/>
          </a:ln>
        </p:spPr>
        <p:txBody>
          <a:bodyPr anchorCtr="0" anchor="t" bIns="45700" lIns="45700" spcFirstLastPara="1" rIns="45700" wrap="square" tIns="45700">
            <a:normAutofit/>
          </a:bodyPr>
          <a:lstStyle>
            <a:lvl1pPr indent="-228600" lvl="0" marL="457200" algn="ctr">
              <a:lnSpc>
                <a:spcPct val="100000"/>
              </a:lnSpc>
              <a:spcBef>
                <a:spcPts val="600"/>
              </a:spcBef>
              <a:spcAft>
                <a:spcPts val="0"/>
              </a:spcAft>
              <a:buClr>
                <a:srgbClr val="FFFFFF"/>
              </a:buClr>
              <a:buSzPts val="2100"/>
              <a:buFont typeface="Century Gothic"/>
              <a:buNone/>
              <a:defRPr sz="2100">
                <a:solidFill>
                  <a:srgbClr val="FFFFFF"/>
                </a:solidFill>
              </a:defRPr>
            </a:lvl1pPr>
            <a:lvl2pPr indent="-228600" lvl="1" marL="914400" algn="ctr">
              <a:lnSpc>
                <a:spcPct val="100000"/>
              </a:lnSpc>
              <a:spcBef>
                <a:spcPts val="600"/>
              </a:spcBef>
              <a:spcAft>
                <a:spcPts val="0"/>
              </a:spcAft>
              <a:buClr>
                <a:srgbClr val="FFFFFF"/>
              </a:buClr>
              <a:buSzPts val="2100"/>
              <a:buFont typeface="Century Gothic"/>
              <a:buNone/>
              <a:defRPr sz="2100">
                <a:solidFill>
                  <a:srgbClr val="FFFFFF"/>
                </a:solidFill>
              </a:defRPr>
            </a:lvl2pPr>
            <a:lvl3pPr indent="-228600" lvl="2" marL="1371600" algn="ctr">
              <a:lnSpc>
                <a:spcPct val="100000"/>
              </a:lnSpc>
              <a:spcBef>
                <a:spcPts val="600"/>
              </a:spcBef>
              <a:spcAft>
                <a:spcPts val="0"/>
              </a:spcAft>
              <a:buClr>
                <a:srgbClr val="FFFFFF"/>
              </a:buClr>
              <a:buSzPts val="2100"/>
              <a:buFont typeface="Century Gothic"/>
              <a:buNone/>
              <a:defRPr sz="2100">
                <a:solidFill>
                  <a:srgbClr val="FFFFFF"/>
                </a:solidFill>
              </a:defRPr>
            </a:lvl3pPr>
            <a:lvl4pPr indent="-228600" lvl="3" marL="1828800" algn="ctr">
              <a:lnSpc>
                <a:spcPct val="100000"/>
              </a:lnSpc>
              <a:spcBef>
                <a:spcPts val="600"/>
              </a:spcBef>
              <a:spcAft>
                <a:spcPts val="0"/>
              </a:spcAft>
              <a:buClr>
                <a:srgbClr val="FFFFFF"/>
              </a:buClr>
              <a:buSzPts val="2100"/>
              <a:buFont typeface="Century Gothic"/>
              <a:buNone/>
              <a:defRPr sz="2100">
                <a:solidFill>
                  <a:srgbClr val="FFFFFF"/>
                </a:solidFill>
              </a:defRPr>
            </a:lvl4pPr>
            <a:lvl5pPr indent="-228600" lvl="4" marL="2286000" algn="ctr">
              <a:lnSpc>
                <a:spcPct val="100000"/>
              </a:lnSpc>
              <a:spcBef>
                <a:spcPts val="600"/>
              </a:spcBef>
              <a:spcAft>
                <a:spcPts val="0"/>
              </a:spcAft>
              <a:buClr>
                <a:srgbClr val="FFFFFF"/>
              </a:buClr>
              <a:buSzPts val="2100"/>
              <a:buFont typeface="Century Gothic"/>
              <a:buNone/>
              <a:defRPr sz="2100">
                <a:solidFill>
                  <a:srgbClr val="FFFFFF"/>
                </a:solidFil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12" name="Google Shape;12;p11"/>
          <p:cNvSpPr txBox="1"/>
          <p:nvPr>
            <p:ph idx="12" type="sldNum"/>
          </p:nvPr>
        </p:nvSpPr>
        <p:spPr>
          <a:xfrm>
            <a:off x="10833009" y="5950267"/>
            <a:ext cx="232170" cy="2311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BFBFBF"/>
              </a:buClr>
              <a:buSzPts val="900"/>
              <a:buFont typeface="Century Gothic"/>
              <a:buNone/>
              <a:defRPr/>
            </a:lvl1pPr>
            <a:lvl2pPr indent="0" lvl="1" marL="0" algn="r">
              <a:lnSpc>
                <a:spcPct val="100000"/>
              </a:lnSpc>
              <a:spcBef>
                <a:spcPts val="0"/>
              </a:spcBef>
              <a:spcAft>
                <a:spcPts val="0"/>
              </a:spcAft>
              <a:buClr>
                <a:srgbClr val="BFBFBF"/>
              </a:buClr>
              <a:buSzPts val="900"/>
              <a:buFont typeface="Century Gothic"/>
              <a:buNone/>
              <a:defRPr/>
            </a:lvl2pPr>
            <a:lvl3pPr indent="0" lvl="2" marL="0" algn="r">
              <a:lnSpc>
                <a:spcPct val="100000"/>
              </a:lnSpc>
              <a:spcBef>
                <a:spcPts val="0"/>
              </a:spcBef>
              <a:spcAft>
                <a:spcPts val="0"/>
              </a:spcAft>
              <a:buClr>
                <a:srgbClr val="BFBFBF"/>
              </a:buClr>
              <a:buSzPts val="900"/>
              <a:buFont typeface="Century Gothic"/>
              <a:buNone/>
              <a:defRPr/>
            </a:lvl3pPr>
            <a:lvl4pPr indent="0" lvl="3" marL="0" algn="r">
              <a:lnSpc>
                <a:spcPct val="100000"/>
              </a:lnSpc>
              <a:spcBef>
                <a:spcPts val="0"/>
              </a:spcBef>
              <a:spcAft>
                <a:spcPts val="0"/>
              </a:spcAft>
              <a:buClr>
                <a:srgbClr val="BFBFBF"/>
              </a:buClr>
              <a:buSzPts val="900"/>
              <a:buFont typeface="Century Gothic"/>
              <a:buNone/>
              <a:defRPr/>
            </a:lvl4pPr>
            <a:lvl5pPr indent="0" lvl="4" marL="0" algn="r">
              <a:lnSpc>
                <a:spcPct val="100000"/>
              </a:lnSpc>
              <a:spcBef>
                <a:spcPts val="0"/>
              </a:spcBef>
              <a:spcAft>
                <a:spcPts val="0"/>
              </a:spcAft>
              <a:buClr>
                <a:srgbClr val="BFBFBF"/>
              </a:buClr>
              <a:buSzPts val="900"/>
              <a:buFont typeface="Century Gothic"/>
              <a:buNone/>
              <a:defRPr/>
            </a:lvl5pPr>
            <a:lvl6pPr indent="0" lvl="5" marL="0" algn="r">
              <a:lnSpc>
                <a:spcPct val="100000"/>
              </a:lnSpc>
              <a:spcBef>
                <a:spcPts val="0"/>
              </a:spcBef>
              <a:spcAft>
                <a:spcPts val="0"/>
              </a:spcAft>
              <a:buClr>
                <a:srgbClr val="BFBFBF"/>
              </a:buClr>
              <a:buSzPts val="900"/>
              <a:buFont typeface="Century Gothic"/>
              <a:buNone/>
              <a:defRPr/>
            </a:lvl6pPr>
            <a:lvl7pPr indent="0" lvl="6" marL="0" algn="r">
              <a:lnSpc>
                <a:spcPct val="100000"/>
              </a:lnSpc>
              <a:spcBef>
                <a:spcPts val="0"/>
              </a:spcBef>
              <a:spcAft>
                <a:spcPts val="0"/>
              </a:spcAft>
              <a:buClr>
                <a:srgbClr val="BFBFBF"/>
              </a:buClr>
              <a:buSzPts val="900"/>
              <a:buFont typeface="Century Gothic"/>
              <a:buNone/>
              <a:defRPr/>
            </a:lvl7pPr>
            <a:lvl8pPr indent="0" lvl="7" marL="0" algn="r">
              <a:lnSpc>
                <a:spcPct val="100000"/>
              </a:lnSpc>
              <a:spcBef>
                <a:spcPts val="0"/>
              </a:spcBef>
              <a:spcAft>
                <a:spcPts val="0"/>
              </a:spcAft>
              <a:buClr>
                <a:srgbClr val="BFBFBF"/>
              </a:buClr>
              <a:buSzPts val="900"/>
              <a:buFont typeface="Century Gothic"/>
              <a:buNone/>
              <a:defRPr/>
            </a:lvl8pPr>
            <a:lvl9pPr indent="0" lvl="8" marL="0" algn="r">
              <a:lnSpc>
                <a:spcPct val="100000"/>
              </a:lnSpc>
              <a:spcBef>
                <a:spcPts val="0"/>
              </a:spcBef>
              <a:spcAft>
                <a:spcPts val="0"/>
              </a:spcAft>
              <a:buClr>
                <a:srgbClr val="BFBFBF"/>
              </a:buClr>
              <a:buSzPts val="900"/>
              <a:buFont typeface="Century Gothic"/>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tx">
  <p:cSld name="TITLE_AND_BODY">
    <p:spTree>
      <p:nvGrpSpPr>
        <p:cNvPr id="13" name="Shape 13"/>
        <p:cNvGrpSpPr/>
        <p:nvPr/>
      </p:nvGrpSpPr>
      <p:grpSpPr>
        <a:xfrm>
          <a:off x="0" y="0"/>
          <a:ext cx="0" cy="0"/>
          <a:chOff x="0" y="0"/>
          <a:chExt cx="0" cy="0"/>
        </a:xfrm>
      </p:grpSpPr>
      <p:sp>
        <p:nvSpPr>
          <p:cNvPr id="14" name="Google Shape;14;p12"/>
          <p:cNvSpPr txBox="1"/>
          <p:nvPr>
            <p:ph idx="12" type="sldNum"/>
          </p:nvPr>
        </p:nvSpPr>
        <p:spPr>
          <a:xfrm>
            <a:off x="10833009" y="5950267"/>
            <a:ext cx="232170" cy="2311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BFBFBF"/>
              </a:buClr>
              <a:buSzPts val="900"/>
              <a:buFont typeface="Century Gothic"/>
              <a:buNone/>
              <a:defRPr/>
            </a:lvl1pPr>
            <a:lvl2pPr indent="0" lvl="1" marL="0" algn="r">
              <a:lnSpc>
                <a:spcPct val="100000"/>
              </a:lnSpc>
              <a:spcBef>
                <a:spcPts val="0"/>
              </a:spcBef>
              <a:spcAft>
                <a:spcPts val="0"/>
              </a:spcAft>
              <a:buClr>
                <a:srgbClr val="BFBFBF"/>
              </a:buClr>
              <a:buSzPts val="900"/>
              <a:buFont typeface="Century Gothic"/>
              <a:buNone/>
              <a:defRPr/>
            </a:lvl2pPr>
            <a:lvl3pPr indent="0" lvl="2" marL="0" algn="r">
              <a:lnSpc>
                <a:spcPct val="100000"/>
              </a:lnSpc>
              <a:spcBef>
                <a:spcPts val="0"/>
              </a:spcBef>
              <a:spcAft>
                <a:spcPts val="0"/>
              </a:spcAft>
              <a:buClr>
                <a:srgbClr val="BFBFBF"/>
              </a:buClr>
              <a:buSzPts val="900"/>
              <a:buFont typeface="Century Gothic"/>
              <a:buNone/>
              <a:defRPr/>
            </a:lvl3pPr>
            <a:lvl4pPr indent="0" lvl="3" marL="0" algn="r">
              <a:lnSpc>
                <a:spcPct val="100000"/>
              </a:lnSpc>
              <a:spcBef>
                <a:spcPts val="0"/>
              </a:spcBef>
              <a:spcAft>
                <a:spcPts val="0"/>
              </a:spcAft>
              <a:buClr>
                <a:srgbClr val="BFBFBF"/>
              </a:buClr>
              <a:buSzPts val="900"/>
              <a:buFont typeface="Century Gothic"/>
              <a:buNone/>
              <a:defRPr/>
            </a:lvl4pPr>
            <a:lvl5pPr indent="0" lvl="4" marL="0" algn="r">
              <a:lnSpc>
                <a:spcPct val="100000"/>
              </a:lnSpc>
              <a:spcBef>
                <a:spcPts val="0"/>
              </a:spcBef>
              <a:spcAft>
                <a:spcPts val="0"/>
              </a:spcAft>
              <a:buClr>
                <a:srgbClr val="BFBFBF"/>
              </a:buClr>
              <a:buSzPts val="900"/>
              <a:buFont typeface="Century Gothic"/>
              <a:buNone/>
              <a:defRPr/>
            </a:lvl5pPr>
            <a:lvl6pPr indent="0" lvl="5" marL="0" algn="r">
              <a:lnSpc>
                <a:spcPct val="100000"/>
              </a:lnSpc>
              <a:spcBef>
                <a:spcPts val="0"/>
              </a:spcBef>
              <a:spcAft>
                <a:spcPts val="0"/>
              </a:spcAft>
              <a:buClr>
                <a:srgbClr val="BFBFBF"/>
              </a:buClr>
              <a:buSzPts val="900"/>
              <a:buFont typeface="Century Gothic"/>
              <a:buNone/>
              <a:defRPr/>
            </a:lvl6pPr>
            <a:lvl7pPr indent="0" lvl="6" marL="0" algn="r">
              <a:lnSpc>
                <a:spcPct val="100000"/>
              </a:lnSpc>
              <a:spcBef>
                <a:spcPts val="0"/>
              </a:spcBef>
              <a:spcAft>
                <a:spcPts val="0"/>
              </a:spcAft>
              <a:buClr>
                <a:srgbClr val="BFBFBF"/>
              </a:buClr>
              <a:buSzPts val="900"/>
              <a:buFont typeface="Century Gothic"/>
              <a:buNone/>
              <a:defRPr/>
            </a:lvl7pPr>
            <a:lvl8pPr indent="0" lvl="7" marL="0" algn="r">
              <a:lnSpc>
                <a:spcPct val="100000"/>
              </a:lnSpc>
              <a:spcBef>
                <a:spcPts val="0"/>
              </a:spcBef>
              <a:spcAft>
                <a:spcPts val="0"/>
              </a:spcAft>
              <a:buClr>
                <a:srgbClr val="BFBFBF"/>
              </a:buClr>
              <a:buSzPts val="900"/>
              <a:buFont typeface="Century Gothic"/>
              <a:buNone/>
              <a:defRPr/>
            </a:lvl8pPr>
            <a:lvl9pPr indent="0" lvl="8" marL="0" algn="r">
              <a:lnSpc>
                <a:spcPct val="100000"/>
              </a:lnSpc>
              <a:spcBef>
                <a:spcPts val="0"/>
              </a:spcBef>
              <a:spcAft>
                <a:spcPts val="0"/>
              </a:spcAft>
              <a:buClr>
                <a:srgbClr val="BFBFBF"/>
              </a:buClr>
              <a:buSzPts val="900"/>
              <a:buFont typeface="Century Gothic"/>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5" name="Shape 15"/>
        <p:cNvGrpSpPr/>
        <p:nvPr/>
      </p:nvGrpSpPr>
      <p:grpSpPr>
        <a:xfrm>
          <a:off x="0" y="0"/>
          <a:ext cx="0" cy="0"/>
          <a:chOff x="0" y="0"/>
          <a:chExt cx="0" cy="0"/>
        </a:xfrm>
      </p:grpSpPr>
      <p:sp>
        <p:nvSpPr>
          <p:cNvPr id="16" name="Google Shape;16;p13"/>
          <p:cNvSpPr txBox="1"/>
          <p:nvPr>
            <p:ph type="title"/>
          </p:nvPr>
        </p:nvSpPr>
        <p:spPr>
          <a:xfrm>
            <a:off x="1141412" y="609600"/>
            <a:ext cx="9905999" cy="1905000"/>
          </a:xfrm>
          <a:prstGeom prst="rect">
            <a:avLst/>
          </a:prstGeom>
          <a:noFill/>
          <a:ln>
            <a:noFill/>
          </a:ln>
        </p:spPr>
        <p:txBody>
          <a:bodyPr anchorCtr="0" anchor="ctr" bIns="45700" lIns="45700" spcFirstLastPara="1" rIns="45700" wrap="square" tIns="45700">
            <a:normAutofit/>
          </a:bodyPr>
          <a:lstStyle>
            <a:lvl1pPr lvl="0" algn="l">
              <a:lnSpc>
                <a:spcPct val="100000"/>
              </a:lnSpc>
              <a:spcBef>
                <a:spcPts val="0"/>
              </a:spcBef>
              <a:spcAft>
                <a:spcPts val="0"/>
              </a:spcAft>
              <a:buClr>
                <a:srgbClr val="FFFFFF"/>
              </a:buClr>
              <a:buSzPts val="1800"/>
              <a:buNone/>
              <a:defRPr/>
            </a:lvl1pPr>
            <a:lvl2pPr lvl="1" algn="l">
              <a:lnSpc>
                <a:spcPct val="100000"/>
              </a:lnSpc>
              <a:spcBef>
                <a:spcPts val="0"/>
              </a:spcBef>
              <a:spcAft>
                <a:spcPts val="0"/>
              </a:spcAft>
              <a:buClr>
                <a:srgbClr val="FFFFFF"/>
              </a:buClr>
              <a:buSzPts val="1800"/>
              <a:buNone/>
              <a:defRPr/>
            </a:lvl2pPr>
            <a:lvl3pPr lvl="2" algn="l">
              <a:lnSpc>
                <a:spcPct val="100000"/>
              </a:lnSpc>
              <a:spcBef>
                <a:spcPts val="0"/>
              </a:spcBef>
              <a:spcAft>
                <a:spcPts val="0"/>
              </a:spcAft>
              <a:buClr>
                <a:srgbClr val="FFFFFF"/>
              </a:buClr>
              <a:buSzPts val="1800"/>
              <a:buNone/>
              <a:defRPr/>
            </a:lvl3pPr>
            <a:lvl4pPr lvl="3" algn="l">
              <a:lnSpc>
                <a:spcPct val="100000"/>
              </a:lnSpc>
              <a:spcBef>
                <a:spcPts val="0"/>
              </a:spcBef>
              <a:spcAft>
                <a:spcPts val="0"/>
              </a:spcAft>
              <a:buClr>
                <a:srgbClr val="FFFFFF"/>
              </a:buClr>
              <a:buSzPts val="1800"/>
              <a:buNone/>
              <a:defRPr/>
            </a:lvl4pPr>
            <a:lvl5pPr lvl="4" algn="l">
              <a:lnSpc>
                <a:spcPct val="100000"/>
              </a:lnSpc>
              <a:spcBef>
                <a:spcPts val="0"/>
              </a:spcBef>
              <a:spcAft>
                <a:spcPts val="0"/>
              </a:spcAft>
              <a:buClr>
                <a:srgbClr val="FFFFFF"/>
              </a:buClr>
              <a:buSzPts val="1800"/>
              <a:buNone/>
              <a:defRPr/>
            </a:lvl5pPr>
            <a:lvl6pPr lvl="5" algn="l">
              <a:lnSpc>
                <a:spcPct val="100000"/>
              </a:lnSpc>
              <a:spcBef>
                <a:spcPts val="0"/>
              </a:spcBef>
              <a:spcAft>
                <a:spcPts val="0"/>
              </a:spcAft>
              <a:buClr>
                <a:srgbClr val="FFFFFF"/>
              </a:buClr>
              <a:buSzPts val="1800"/>
              <a:buNone/>
              <a:defRPr/>
            </a:lvl6pPr>
            <a:lvl7pPr lvl="6" algn="l">
              <a:lnSpc>
                <a:spcPct val="100000"/>
              </a:lnSpc>
              <a:spcBef>
                <a:spcPts val="0"/>
              </a:spcBef>
              <a:spcAft>
                <a:spcPts val="0"/>
              </a:spcAft>
              <a:buClr>
                <a:srgbClr val="FFFFFF"/>
              </a:buClr>
              <a:buSzPts val="1800"/>
              <a:buNone/>
              <a:defRPr/>
            </a:lvl7pPr>
            <a:lvl8pPr lvl="7" algn="l">
              <a:lnSpc>
                <a:spcPct val="100000"/>
              </a:lnSpc>
              <a:spcBef>
                <a:spcPts val="0"/>
              </a:spcBef>
              <a:spcAft>
                <a:spcPts val="0"/>
              </a:spcAft>
              <a:buClr>
                <a:srgbClr val="FFFFFF"/>
              </a:buClr>
              <a:buSzPts val="1800"/>
              <a:buNone/>
              <a:defRPr/>
            </a:lvl8pPr>
            <a:lvl9pPr lvl="8" algn="l">
              <a:lnSpc>
                <a:spcPct val="100000"/>
              </a:lnSpc>
              <a:spcBef>
                <a:spcPts val="0"/>
              </a:spcBef>
              <a:spcAft>
                <a:spcPts val="0"/>
              </a:spcAft>
              <a:buClr>
                <a:srgbClr val="FFFFFF"/>
              </a:buClr>
              <a:buSzPts val="1800"/>
              <a:buNone/>
              <a:defRPr/>
            </a:lvl9pPr>
          </a:lstStyle>
          <a:p/>
        </p:txBody>
      </p:sp>
      <p:sp>
        <p:nvSpPr>
          <p:cNvPr id="17" name="Google Shape;17;p13"/>
          <p:cNvSpPr txBox="1"/>
          <p:nvPr>
            <p:ph idx="12" type="sldNum"/>
          </p:nvPr>
        </p:nvSpPr>
        <p:spPr>
          <a:xfrm>
            <a:off x="10833009" y="5950267"/>
            <a:ext cx="232170" cy="2311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BFBFBF"/>
              </a:buClr>
              <a:buSzPts val="900"/>
              <a:buFont typeface="Century Gothic"/>
              <a:buNone/>
              <a:defRPr/>
            </a:lvl1pPr>
            <a:lvl2pPr indent="0" lvl="1" marL="0" algn="r">
              <a:lnSpc>
                <a:spcPct val="100000"/>
              </a:lnSpc>
              <a:spcBef>
                <a:spcPts val="0"/>
              </a:spcBef>
              <a:spcAft>
                <a:spcPts val="0"/>
              </a:spcAft>
              <a:buClr>
                <a:srgbClr val="BFBFBF"/>
              </a:buClr>
              <a:buSzPts val="900"/>
              <a:buFont typeface="Century Gothic"/>
              <a:buNone/>
              <a:defRPr/>
            </a:lvl2pPr>
            <a:lvl3pPr indent="0" lvl="2" marL="0" algn="r">
              <a:lnSpc>
                <a:spcPct val="100000"/>
              </a:lnSpc>
              <a:spcBef>
                <a:spcPts val="0"/>
              </a:spcBef>
              <a:spcAft>
                <a:spcPts val="0"/>
              </a:spcAft>
              <a:buClr>
                <a:srgbClr val="BFBFBF"/>
              </a:buClr>
              <a:buSzPts val="900"/>
              <a:buFont typeface="Century Gothic"/>
              <a:buNone/>
              <a:defRPr/>
            </a:lvl3pPr>
            <a:lvl4pPr indent="0" lvl="3" marL="0" algn="r">
              <a:lnSpc>
                <a:spcPct val="100000"/>
              </a:lnSpc>
              <a:spcBef>
                <a:spcPts val="0"/>
              </a:spcBef>
              <a:spcAft>
                <a:spcPts val="0"/>
              </a:spcAft>
              <a:buClr>
                <a:srgbClr val="BFBFBF"/>
              </a:buClr>
              <a:buSzPts val="900"/>
              <a:buFont typeface="Century Gothic"/>
              <a:buNone/>
              <a:defRPr/>
            </a:lvl4pPr>
            <a:lvl5pPr indent="0" lvl="4" marL="0" algn="r">
              <a:lnSpc>
                <a:spcPct val="100000"/>
              </a:lnSpc>
              <a:spcBef>
                <a:spcPts val="0"/>
              </a:spcBef>
              <a:spcAft>
                <a:spcPts val="0"/>
              </a:spcAft>
              <a:buClr>
                <a:srgbClr val="BFBFBF"/>
              </a:buClr>
              <a:buSzPts val="900"/>
              <a:buFont typeface="Century Gothic"/>
              <a:buNone/>
              <a:defRPr/>
            </a:lvl5pPr>
            <a:lvl6pPr indent="0" lvl="5" marL="0" algn="r">
              <a:lnSpc>
                <a:spcPct val="100000"/>
              </a:lnSpc>
              <a:spcBef>
                <a:spcPts val="0"/>
              </a:spcBef>
              <a:spcAft>
                <a:spcPts val="0"/>
              </a:spcAft>
              <a:buClr>
                <a:srgbClr val="BFBFBF"/>
              </a:buClr>
              <a:buSzPts val="900"/>
              <a:buFont typeface="Century Gothic"/>
              <a:buNone/>
              <a:defRPr/>
            </a:lvl6pPr>
            <a:lvl7pPr indent="0" lvl="6" marL="0" algn="r">
              <a:lnSpc>
                <a:spcPct val="100000"/>
              </a:lnSpc>
              <a:spcBef>
                <a:spcPts val="0"/>
              </a:spcBef>
              <a:spcAft>
                <a:spcPts val="0"/>
              </a:spcAft>
              <a:buClr>
                <a:srgbClr val="BFBFBF"/>
              </a:buClr>
              <a:buSzPts val="900"/>
              <a:buFont typeface="Century Gothic"/>
              <a:buNone/>
              <a:defRPr/>
            </a:lvl7pPr>
            <a:lvl8pPr indent="0" lvl="7" marL="0" algn="r">
              <a:lnSpc>
                <a:spcPct val="100000"/>
              </a:lnSpc>
              <a:spcBef>
                <a:spcPts val="0"/>
              </a:spcBef>
              <a:spcAft>
                <a:spcPts val="0"/>
              </a:spcAft>
              <a:buClr>
                <a:srgbClr val="BFBFBF"/>
              </a:buClr>
              <a:buSzPts val="900"/>
              <a:buFont typeface="Century Gothic"/>
              <a:buNone/>
              <a:defRPr/>
            </a:lvl8pPr>
            <a:lvl9pPr indent="0" lvl="8" marL="0" algn="r">
              <a:lnSpc>
                <a:spcPct val="100000"/>
              </a:lnSpc>
              <a:spcBef>
                <a:spcPts val="0"/>
              </a:spcBef>
              <a:spcAft>
                <a:spcPts val="0"/>
              </a:spcAft>
              <a:buClr>
                <a:srgbClr val="BFBFBF"/>
              </a:buClr>
              <a:buSzPts val="900"/>
              <a:buFont typeface="Century Gothic"/>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8" name="Shape 18"/>
        <p:cNvGrpSpPr/>
        <p:nvPr/>
      </p:nvGrpSpPr>
      <p:grpSpPr>
        <a:xfrm>
          <a:off x="0" y="0"/>
          <a:ext cx="0" cy="0"/>
          <a:chOff x="0" y="0"/>
          <a:chExt cx="0" cy="0"/>
        </a:xfrm>
      </p:grpSpPr>
      <p:sp>
        <p:nvSpPr>
          <p:cNvPr id="19" name="Google Shape;19;p14"/>
          <p:cNvSpPr txBox="1"/>
          <p:nvPr>
            <p:ph type="title"/>
          </p:nvPr>
        </p:nvSpPr>
        <p:spPr>
          <a:xfrm>
            <a:off x="1141412" y="609600"/>
            <a:ext cx="9905999" cy="1905000"/>
          </a:xfrm>
          <a:prstGeom prst="rect">
            <a:avLst/>
          </a:prstGeom>
          <a:noFill/>
          <a:ln>
            <a:noFill/>
          </a:ln>
        </p:spPr>
        <p:txBody>
          <a:bodyPr anchorCtr="0" anchor="ctr" bIns="45700" lIns="45700" spcFirstLastPara="1" rIns="45700" wrap="square" tIns="45700">
            <a:normAutofit/>
          </a:bodyPr>
          <a:lstStyle>
            <a:lvl1pPr lvl="0" algn="l">
              <a:lnSpc>
                <a:spcPct val="100000"/>
              </a:lnSpc>
              <a:spcBef>
                <a:spcPts val="0"/>
              </a:spcBef>
              <a:spcAft>
                <a:spcPts val="0"/>
              </a:spcAft>
              <a:buClr>
                <a:srgbClr val="FFFFFF"/>
              </a:buClr>
              <a:buSzPts val="1800"/>
              <a:buNone/>
              <a:defRPr/>
            </a:lvl1pPr>
            <a:lvl2pPr lvl="1" algn="l">
              <a:lnSpc>
                <a:spcPct val="100000"/>
              </a:lnSpc>
              <a:spcBef>
                <a:spcPts val="0"/>
              </a:spcBef>
              <a:spcAft>
                <a:spcPts val="0"/>
              </a:spcAft>
              <a:buClr>
                <a:srgbClr val="FFFFFF"/>
              </a:buClr>
              <a:buSzPts val="1800"/>
              <a:buNone/>
              <a:defRPr/>
            </a:lvl2pPr>
            <a:lvl3pPr lvl="2" algn="l">
              <a:lnSpc>
                <a:spcPct val="100000"/>
              </a:lnSpc>
              <a:spcBef>
                <a:spcPts val="0"/>
              </a:spcBef>
              <a:spcAft>
                <a:spcPts val="0"/>
              </a:spcAft>
              <a:buClr>
                <a:srgbClr val="FFFFFF"/>
              </a:buClr>
              <a:buSzPts val="1800"/>
              <a:buNone/>
              <a:defRPr/>
            </a:lvl3pPr>
            <a:lvl4pPr lvl="3" algn="l">
              <a:lnSpc>
                <a:spcPct val="100000"/>
              </a:lnSpc>
              <a:spcBef>
                <a:spcPts val="0"/>
              </a:spcBef>
              <a:spcAft>
                <a:spcPts val="0"/>
              </a:spcAft>
              <a:buClr>
                <a:srgbClr val="FFFFFF"/>
              </a:buClr>
              <a:buSzPts val="1800"/>
              <a:buNone/>
              <a:defRPr/>
            </a:lvl4pPr>
            <a:lvl5pPr lvl="4" algn="l">
              <a:lnSpc>
                <a:spcPct val="100000"/>
              </a:lnSpc>
              <a:spcBef>
                <a:spcPts val="0"/>
              </a:spcBef>
              <a:spcAft>
                <a:spcPts val="0"/>
              </a:spcAft>
              <a:buClr>
                <a:srgbClr val="FFFFFF"/>
              </a:buClr>
              <a:buSzPts val="1800"/>
              <a:buNone/>
              <a:defRPr/>
            </a:lvl5pPr>
            <a:lvl6pPr lvl="5" algn="l">
              <a:lnSpc>
                <a:spcPct val="100000"/>
              </a:lnSpc>
              <a:spcBef>
                <a:spcPts val="0"/>
              </a:spcBef>
              <a:spcAft>
                <a:spcPts val="0"/>
              </a:spcAft>
              <a:buClr>
                <a:srgbClr val="FFFFFF"/>
              </a:buClr>
              <a:buSzPts val="1800"/>
              <a:buNone/>
              <a:defRPr/>
            </a:lvl6pPr>
            <a:lvl7pPr lvl="6" algn="l">
              <a:lnSpc>
                <a:spcPct val="100000"/>
              </a:lnSpc>
              <a:spcBef>
                <a:spcPts val="0"/>
              </a:spcBef>
              <a:spcAft>
                <a:spcPts val="0"/>
              </a:spcAft>
              <a:buClr>
                <a:srgbClr val="FFFFFF"/>
              </a:buClr>
              <a:buSzPts val="1800"/>
              <a:buNone/>
              <a:defRPr/>
            </a:lvl7pPr>
            <a:lvl8pPr lvl="7" algn="l">
              <a:lnSpc>
                <a:spcPct val="100000"/>
              </a:lnSpc>
              <a:spcBef>
                <a:spcPts val="0"/>
              </a:spcBef>
              <a:spcAft>
                <a:spcPts val="0"/>
              </a:spcAft>
              <a:buClr>
                <a:srgbClr val="FFFFFF"/>
              </a:buClr>
              <a:buSzPts val="1800"/>
              <a:buNone/>
              <a:defRPr/>
            </a:lvl8pPr>
            <a:lvl9pPr lvl="8" algn="l">
              <a:lnSpc>
                <a:spcPct val="100000"/>
              </a:lnSpc>
              <a:spcBef>
                <a:spcPts val="0"/>
              </a:spcBef>
              <a:spcAft>
                <a:spcPts val="0"/>
              </a:spcAft>
              <a:buClr>
                <a:srgbClr val="FFFFFF"/>
              </a:buClr>
              <a:buSzPts val="1800"/>
              <a:buNone/>
              <a:defRPr/>
            </a:lvl9pPr>
          </a:lstStyle>
          <a:p/>
        </p:txBody>
      </p:sp>
      <p:sp>
        <p:nvSpPr>
          <p:cNvPr id="20" name="Google Shape;20;p14"/>
          <p:cNvSpPr txBox="1"/>
          <p:nvPr>
            <p:ph idx="1" type="body"/>
          </p:nvPr>
        </p:nvSpPr>
        <p:spPr>
          <a:xfrm>
            <a:off x="1141412" y="2666999"/>
            <a:ext cx="9905999" cy="3124201"/>
          </a:xfrm>
          <a:prstGeom prst="rect">
            <a:avLst/>
          </a:prstGeom>
          <a:noFill/>
          <a:ln>
            <a:noFill/>
          </a:ln>
        </p:spPr>
        <p:txBody>
          <a:bodyPr anchorCtr="0" anchor="ctr" bIns="45700" lIns="45700" spcFirstLastPara="1" rIns="45700" wrap="square" tIns="45700">
            <a:normAutofit/>
          </a:bodyPr>
          <a:lstStyle>
            <a:lvl1pPr indent="-342900" lvl="0" marL="457200" algn="l">
              <a:lnSpc>
                <a:spcPct val="100000"/>
              </a:lnSpc>
              <a:spcBef>
                <a:spcPts val="60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21" name="Google Shape;21;p14"/>
          <p:cNvSpPr txBox="1"/>
          <p:nvPr>
            <p:ph idx="12" type="sldNum"/>
          </p:nvPr>
        </p:nvSpPr>
        <p:spPr>
          <a:xfrm>
            <a:off x="10833009" y="5950267"/>
            <a:ext cx="232170" cy="2311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BFBFBF"/>
              </a:buClr>
              <a:buSzPts val="900"/>
              <a:buFont typeface="Century Gothic"/>
              <a:buNone/>
              <a:defRPr/>
            </a:lvl1pPr>
            <a:lvl2pPr indent="0" lvl="1" marL="0" algn="r">
              <a:lnSpc>
                <a:spcPct val="100000"/>
              </a:lnSpc>
              <a:spcBef>
                <a:spcPts val="0"/>
              </a:spcBef>
              <a:spcAft>
                <a:spcPts val="0"/>
              </a:spcAft>
              <a:buClr>
                <a:srgbClr val="BFBFBF"/>
              </a:buClr>
              <a:buSzPts val="900"/>
              <a:buFont typeface="Century Gothic"/>
              <a:buNone/>
              <a:defRPr/>
            </a:lvl2pPr>
            <a:lvl3pPr indent="0" lvl="2" marL="0" algn="r">
              <a:lnSpc>
                <a:spcPct val="100000"/>
              </a:lnSpc>
              <a:spcBef>
                <a:spcPts val="0"/>
              </a:spcBef>
              <a:spcAft>
                <a:spcPts val="0"/>
              </a:spcAft>
              <a:buClr>
                <a:srgbClr val="BFBFBF"/>
              </a:buClr>
              <a:buSzPts val="900"/>
              <a:buFont typeface="Century Gothic"/>
              <a:buNone/>
              <a:defRPr/>
            </a:lvl3pPr>
            <a:lvl4pPr indent="0" lvl="3" marL="0" algn="r">
              <a:lnSpc>
                <a:spcPct val="100000"/>
              </a:lnSpc>
              <a:spcBef>
                <a:spcPts val="0"/>
              </a:spcBef>
              <a:spcAft>
                <a:spcPts val="0"/>
              </a:spcAft>
              <a:buClr>
                <a:srgbClr val="BFBFBF"/>
              </a:buClr>
              <a:buSzPts val="900"/>
              <a:buFont typeface="Century Gothic"/>
              <a:buNone/>
              <a:defRPr/>
            </a:lvl4pPr>
            <a:lvl5pPr indent="0" lvl="4" marL="0" algn="r">
              <a:lnSpc>
                <a:spcPct val="100000"/>
              </a:lnSpc>
              <a:spcBef>
                <a:spcPts val="0"/>
              </a:spcBef>
              <a:spcAft>
                <a:spcPts val="0"/>
              </a:spcAft>
              <a:buClr>
                <a:srgbClr val="BFBFBF"/>
              </a:buClr>
              <a:buSzPts val="900"/>
              <a:buFont typeface="Century Gothic"/>
              <a:buNone/>
              <a:defRPr/>
            </a:lvl5pPr>
            <a:lvl6pPr indent="0" lvl="5" marL="0" algn="r">
              <a:lnSpc>
                <a:spcPct val="100000"/>
              </a:lnSpc>
              <a:spcBef>
                <a:spcPts val="0"/>
              </a:spcBef>
              <a:spcAft>
                <a:spcPts val="0"/>
              </a:spcAft>
              <a:buClr>
                <a:srgbClr val="BFBFBF"/>
              </a:buClr>
              <a:buSzPts val="900"/>
              <a:buFont typeface="Century Gothic"/>
              <a:buNone/>
              <a:defRPr/>
            </a:lvl6pPr>
            <a:lvl7pPr indent="0" lvl="6" marL="0" algn="r">
              <a:lnSpc>
                <a:spcPct val="100000"/>
              </a:lnSpc>
              <a:spcBef>
                <a:spcPts val="0"/>
              </a:spcBef>
              <a:spcAft>
                <a:spcPts val="0"/>
              </a:spcAft>
              <a:buClr>
                <a:srgbClr val="BFBFBF"/>
              </a:buClr>
              <a:buSzPts val="900"/>
              <a:buFont typeface="Century Gothic"/>
              <a:buNone/>
              <a:defRPr/>
            </a:lvl7pPr>
            <a:lvl8pPr indent="0" lvl="7" marL="0" algn="r">
              <a:lnSpc>
                <a:spcPct val="100000"/>
              </a:lnSpc>
              <a:spcBef>
                <a:spcPts val="0"/>
              </a:spcBef>
              <a:spcAft>
                <a:spcPts val="0"/>
              </a:spcAft>
              <a:buClr>
                <a:srgbClr val="BFBFBF"/>
              </a:buClr>
              <a:buSzPts val="900"/>
              <a:buFont typeface="Century Gothic"/>
              <a:buNone/>
              <a:defRPr/>
            </a:lvl8pPr>
            <a:lvl9pPr indent="0" lvl="8" marL="0" algn="r">
              <a:lnSpc>
                <a:spcPct val="100000"/>
              </a:lnSpc>
              <a:spcBef>
                <a:spcPts val="0"/>
              </a:spcBef>
              <a:spcAft>
                <a:spcPts val="0"/>
              </a:spcAft>
              <a:buClr>
                <a:srgbClr val="BFBFBF"/>
              </a:buClr>
              <a:buSzPts val="900"/>
              <a:buFont typeface="Century Gothic"/>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2" name="Shape 22"/>
        <p:cNvGrpSpPr/>
        <p:nvPr/>
      </p:nvGrpSpPr>
      <p:grpSpPr>
        <a:xfrm>
          <a:off x="0" y="0"/>
          <a:ext cx="0" cy="0"/>
          <a:chOff x="0" y="0"/>
          <a:chExt cx="0" cy="0"/>
        </a:xfrm>
      </p:grpSpPr>
      <p:sp>
        <p:nvSpPr>
          <p:cNvPr id="23" name="Google Shape;23;p15"/>
          <p:cNvSpPr txBox="1"/>
          <p:nvPr>
            <p:ph type="title"/>
          </p:nvPr>
        </p:nvSpPr>
        <p:spPr>
          <a:xfrm>
            <a:off x="1751013" y="3308580"/>
            <a:ext cx="8686801" cy="1468801"/>
          </a:xfrm>
          <a:prstGeom prst="rect">
            <a:avLst/>
          </a:prstGeom>
          <a:noFill/>
          <a:ln>
            <a:noFill/>
          </a:ln>
        </p:spPr>
        <p:txBody>
          <a:bodyPr anchorCtr="0" anchor="b" bIns="45700" lIns="45700" spcFirstLastPara="1" rIns="45700" wrap="square" tIns="45700">
            <a:normAutofit/>
          </a:bodyPr>
          <a:lstStyle>
            <a:lvl1pPr lvl="0" algn="r">
              <a:lnSpc>
                <a:spcPct val="100000"/>
              </a:lnSpc>
              <a:spcBef>
                <a:spcPts val="0"/>
              </a:spcBef>
              <a:spcAft>
                <a:spcPts val="0"/>
              </a:spcAft>
              <a:buClr>
                <a:srgbClr val="FFFFFF"/>
              </a:buClr>
              <a:buSzPts val="4000"/>
              <a:buFont typeface="Century Gothic"/>
              <a:buNone/>
              <a:defRPr sz="4000"/>
            </a:lvl1pPr>
            <a:lvl2pPr lvl="1" algn="l">
              <a:lnSpc>
                <a:spcPct val="100000"/>
              </a:lnSpc>
              <a:spcBef>
                <a:spcPts val="0"/>
              </a:spcBef>
              <a:spcAft>
                <a:spcPts val="0"/>
              </a:spcAft>
              <a:buClr>
                <a:srgbClr val="FFFFFF"/>
              </a:buClr>
              <a:buSzPts val="1800"/>
              <a:buNone/>
              <a:defRPr/>
            </a:lvl2pPr>
            <a:lvl3pPr lvl="2" algn="l">
              <a:lnSpc>
                <a:spcPct val="100000"/>
              </a:lnSpc>
              <a:spcBef>
                <a:spcPts val="0"/>
              </a:spcBef>
              <a:spcAft>
                <a:spcPts val="0"/>
              </a:spcAft>
              <a:buClr>
                <a:srgbClr val="FFFFFF"/>
              </a:buClr>
              <a:buSzPts val="1800"/>
              <a:buNone/>
              <a:defRPr/>
            </a:lvl3pPr>
            <a:lvl4pPr lvl="3" algn="l">
              <a:lnSpc>
                <a:spcPct val="100000"/>
              </a:lnSpc>
              <a:spcBef>
                <a:spcPts val="0"/>
              </a:spcBef>
              <a:spcAft>
                <a:spcPts val="0"/>
              </a:spcAft>
              <a:buClr>
                <a:srgbClr val="FFFFFF"/>
              </a:buClr>
              <a:buSzPts val="1800"/>
              <a:buNone/>
              <a:defRPr/>
            </a:lvl4pPr>
            <a:lvl5pPr lvl="4" algn="l">
              <a:lnSpc>
                <a:spcPct val="100000"/>
              </a:lnSpc>
              <a:spcBef>
                <a:spcPts val="0"/>
              </a:spcBef>
              <a:spcAft>
                <a:spcPts val="0"/>
              </a:spcAft>
              <a:buClr>
                <a:srgbClr val="FFFFFF"/>
              </a:buClr>
              <a:buSzPts val="1800"/>
              <a:buNone/>
              <a:defRPr/>
            </a:lvl5pPr>
            <a:lvl6pPr lvl="5" algn="l">
              <a:lnSpc>
                <a:spcPct val="100000"/>
              </a:lnSpc>
              <a:spcBef>
                <a:spcPts val="0"/>
              </a:spcBef>
              <a:spcAft>
                <a:spcPts val="0"/>
              </a:spcAft>
              <a:buClr>
                <a:srgbClr val="FFFFFF"/>
              </a:buClr>
              <a:buSzPts val="1800"/>
              <a:buNone/>
              <a:defRPr/>
            </a:lvl6pPr>
            <a:lvl7pPr lvl="6" algn="l">
              <a:lnSpc>
                <a:spcPct val="100000"/>
              </a:lnSpc>
              <a:spcBef>
                <a:spcPts val="0"/>
              </a:spcBef>
              <a:spcAft>
                <a:spcPts val="0"/>
              </a:spcAft>
              <a:buClr>
                <a:srgbClr val="FFFFFF"/>
              </a:buClr>
              <a:buSzPts val="1800"/>
              <a:buNone/>
              <a:defRPr/>
            </a:lvl7pPr>
            <a:lvl8pPr lvl="7" algn="l">
              <a:lnSpc>
                <a:spcPct val="100000"/>
              </a:lnSpc>
              <a:spcBef>
                <a:spcPts val="0"/>
              </a:spcBef>
              <a:spcAft>
                <a:spcPts val="0"/>
              </a:spcAft>
              <a:buClr>
                <a:srgbClr val="FFFFFF"/>
              </a:buClr>
              <a:buSzPts val="1800"/>
              <a:buNone/>
              <a:defRPr/>
            </a:lvl8pPr>
            <a:lvl9pPr lvl="8" algn="l">
              <a:lnSpc>
                <a:spcPct val="100000"/>
              </a:lnSpc>
              <a:spcBef>
                <a:spcPts val="0"/>
              </a:spcBef>
              <a:spcAft>
                <a:spcPts val="0"/>
              </a:spcAft>
              <a:buClr>
                <a:srgbClr val="FFFFFF"/>
              </a:buClr>
              <a:buSzPts val="1800"/>
              <a:buNone/>
              <a:defRPr/>
            </a:lvl9pPr>
          </a:lstStyle>
          <a:p/>
        </p:txBody>
      </p:sp>
      <p:sp>
        <p:nvSpPr>
          <p:cNvPr id="24" name="Google Shape;24;p15"/>
          <p:cNvSpPr txBox="1"/>
          <p:nvPr>
            <p:ph idx="1" type="body"/>
          </p:nvPr>
        </p:nvSpPr>
        <p:spPr>
          <a:xfrm>
            <a:off x="1751010" y="4777380"/>
            <a:ext cx="8686802" cy="860401"/>
          </a:xfrm>
          <a:prstGeom prst="rect">
            <a:avLst/>
          </a:prstGeom>
          <a:noFill/>
          <a:ln>
            <a:noFill/>
          </a:ln>
        </p:spPr>
        <p:txBody>
          <a:bodyPr anchorCtr="0" anchor="t" bIns="45700" lIns="45700" spcFirstLastPara="1" rIns="45700" wrap="square" tIns="45700">
            <a:normAutofit/>
          </a:bodyPr>
          <a:lstStyle>
            <a:lvl1pPr indent="-228600" lvl="0" marL="457200" algn="r">
              <a:lnSpc>
                <a:spcPct val="100000"/>
              </a:lnSpc>
              <a:spcBef>
                <a:spcPts val="600"/>
              </a:spcBef>
              <a:spcAft>
                <a:spcPts val="0"/>
              </a:spcAft>
              <a:buClr>
                <a:srgbClr val="FFFFFF"/>
              </a:buClr>
              <a:buSzPts val="2000"/>
              <a:buFont typeface="Century Gothic"/>
              <a:buNone/>
              <a:defRPr>
                <a:solidFill>
                  <a:srgbClr val="FFFFFF"/>
                </a:solidFill>
              </a:defRPr>
            </a:lvl1pPr>
            <a:lvl2pPr indent="-228600" lvl="1" marL="914400" algn="r">
              <a:lnSpc>
                <a:spcPct val="100000"/>
              </a:lnSpc>
              <a:spcBef>
                <a:spcPts val="600"/>
              </a:spcBef>
              <a:spcAft>
                <a:spcPts val="0"/>
              </a:spcAft>
              <a:buClr>
                <a:srgbClr val="FFFFFF"/>
              </a:buClr>
              <a:buSzPts val="2000"/>
              <a:buFont typeface="Century Gothic"/>
              <a:buNone/>
              <a:defRPr>
                <a:solidFill>
                  <a:srgbClr val="FFFFFF"/>
                </a:solidFill>
              </a:defRPr>
            </a:lvl2pPr>
            <a:lvl3pPr indent="-228600" lvl="2" marL="1371600" algn="r">
              <a:lnSpc>
                <a:spcPct val="100000"/>
              </a:lnSpc>
              <a:spcBef>
                <a:spcPts val="600"/>
              </a:spcBef>
              <a:spcAft>
                <a:spcPts val="0"/>
              </a:spcAft>
              <a:buClr>
                <a:srgbClr val="FFFFFF"/>
              </a:buClr>
              <a:buSzPts val="2000"/>
              <a:buFont typeface="Century Gothic"/>
              <a:buNone/>
              <a:defRPr>
                <a:solidFill>
                  <a:srgbClr val="FFFFFF"/>
                </a:solidFill>
              </a:defRPr>
            </a:lvl3pPr>
            <a:lvl4pPr indent="-228600" lvl="3" marL="1828800" algn="r">
              <a:lnSpc>
                <a:spcPct val="100000"/>
              </a:lnSpc>
              <a:spcBef>
                <a:spcPts val="600"/>
              </a:spcBef>
              <a:spcAft>
                <a:spcPts val="0"/>
              </a:spcAft>
              <a:buClr>
                <a:srgbClr val="FFFFFF"/>
              </a:buClr>
              <a:buSzPts val="2000"/>
              <a:buFont typeface="Century Gothic"/>
              <a:buNone/>
              <a:defRPr>
                <a:solidFill>
                  <a:srgbClr val="FFFFFF"/>
                </a:solidFill>
              </a:defRPr>
            </a:lvl4pPr>
            <a:lvl5pPr indent="-228600" lvl="4" marL="2286000" algn="r">
              <a:lnSpc>
                <a:spcPct val="100000"/>
              </a:lnSpc>
              <a:spcBef>
                <a:spcPts val="600"/>
              </a:spcBef>
              <a:spcAft>
                <a:spcPts val="0"/>
              </a:spcAft>
              <a:buClr>
                <a:srgbClr val="FFFFFF"/>
              </a:buClr>
              <a:buSzPts val="2000"/>
              <a:buFont typeface="Century Gothic"/>
              <a:buNone/>
              <a:defRPr>
                <a:solidFill>
                  <a:srgbClr val="FFFFFF"/>
                </a:solidFil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25" name="Google Shape;25;p15"/>
          <p:cNvSpPr txBox="1"/>
          <p:nvPr>
            <p:ph idx="12" type="sldNum"/>
          </p:nvPr>
        </p:nvSpPr>
        <p:spPr>
          <a:xfrm>
            <a:off x="10833009" y="5950267"/>
            <a:ext cx="232170" cy="2311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BFBFBF"/>
              </a:buClr>
              <a:buSzPts val="900"/>
              <a:buFont typeface="Century Gothic"/>
              <a:buNone/>
              <a:defRPr/>
            </a:lvl1pPr>
            <a:lvl2pPr indent="0" lvl="1" marL="0" algn="r">
              <a:lnSpc>
                <a:spcPct val="100000"/>
              </a:lnSpc>
              <a:spcBef>
                <a:spcPts val="0"/>
              </a:spcBef>
              <a:spcAft>
                <a:spcPts val="0"/>
              </a:spcAft>
              <a:buClr>
                <a:srgbClr val="BFBFBF"/>
              </a:buClr>
              <a:buSzPts val="900"/>
              <a:buFont typeface="Century Gothic"/>
              <a:buNone/>
              <a:defRPr/>
            </a:lvl2pPr>
            <a:lvl3pPr indent="0" lvl="2" marL="0" algn="r">
              <a:lnSpc>
                <a:spcPct val="100000"/>
              </a:lnSpc>
              <a:spcBef>
                <a:spcPts val="0"/>
              </a:spcBef>
              <a:spcAft>
                <a:spcPts val="0"/>
              </a:spcAft>
              <a:buClr>
                <a:srgbClr val="BFBFBF"/>
              </a:buClr>
              <a:buSzPts val="900"/>
              <a:buFont typeface="Century Gothic"/>
              <a:buNone/>
              <a:defRPr/>
            </a:lvl3pPr>
            <a:lvl4pPr indent="0" lvl="3" marL="0" algn="r">
              <a:lnSpc>
                <a:spcPct val="100000"/>
              </a:lnSpc>
              <a:spcBef>
                <a:spcPts val="0"/>
              </a:spcBef>
              <a:spcAft>
                <a:spcPts val="0"/>
              </a:spcAft>
              <a:buClr>
                <a:srgbClr val="BFBFBF"/>
              </a:buClr>
              <a:buSzPts val="900"/>
              <a:buFont typeface="Century Gothic"/>
              <a:buNone/>
              <a:defRPr/>
            </a:lvl4pPr>
            <a:lvl5pPr indent="0" lvl="4" marL="0" algn="r">
              <a:lnSpc>
                <a:spcPct val="100000"/>
              </a:lnSpc>
              <a:spcBef>
                <a:spcPts val="0"/>
              </a:spcBef>
              <a:spcAft>
                <a:spcPts val="0"/>
              </a:spcAft>
              <a:buClr>
                <a:srgbClr val="BFBFBF"/>
              </a:buClr>
              <a:buSzPts val="900"/>
              <a:buFont typeface="Century Gothic"/>
              <a:buNone/>
              <a:defRPr/>
            </a:lvl5pPr>
            <a:lvl6pPr indent="0" lvl="5" marL="0" algn="r">
              <a:lnSpc>
                <a:spcPct val="100000"/>
              </a:lnSpc>
              <a:spcBef>
                <a:spcPts val="0"/>
              </a:spcBef>
              <a:spcAft>
                <a:spcPts val="0"/>
              </a:spcAft>
              <a:buClr>
                <a:srgbClr val="BFBFBF"/>
              </a:buClr>
              <a:buSzPts val="900"/>
              <a:buFont typeface="Century Gothic"/>
              <a:buNone/>
              <a:defRPr/>
            </a:lvl6pPr>
            <a:lvl7pPr indent="0" lvl="6" marL="0" algn="r">
              <a:lnSpc>
                <a:spcPct val="100000"/>
              </a:lnSpc>
              <a:spcBef>
                <a:spcPts val="0"/>
              </a:spcBef>
              <a:spcAft>
                <a:spcPts val="0"/>
              </a:spcAft>
              <a:buClr>
                <a:srgbClr val="BFBFBF"/>
              </a:buClr>
              <a:buSzPts val="900"/>
              <a:buFont typeface="Century Gothic"/>
              <a:buNone/>
              <a:defRPr/>
            </a:lvl7pPr>
            <a:lvl8pPr indent="0" lvl="7" marL="0" algn="r">
              <a:lnSpc>
                <a:spcPct val="100000"/>
              </a:lnSpc>
              <a:spcBef>
                <a:spcPts val="0"/>
              </a:spcBef>
              <a:spcAft>
                <a:spcPts val="0"/>
              </a:spcAft>
              <a:buClr>
                <a:srgbClr val="BFBFBF"/>
              </a:buClr>
              <a:buSzPts val="900"/>
              <a:buFont typeface="Century Gothic"/>
              <a:buNone/>
              <a:defRPr/>
            </a:lvl8pPr>
            <a:lvl9pPr indent="0" lvl="8" marL="0" algn="r">
              <a:lnSpc>
                <a:spcPct val="100000"/>
              </a:lnSpc>
              <a:spcBef>
                <a:spcPts val="0"/>
              </a:spcBef>
              <a:spcAft>
                <a:spcPts val="0"/>
              </a:spcAft>
              <a:buClr>
                <a:srgbClr val="BFBFBF"/>
              </a:buClr>
              <a:buSzPts val="900"/>
              <a:buFont typeface="Century Gothic"/>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6" name="Shape 26"/>
        <p:cNvGrpSpPr/>
        <p:nvPr/>
      </p:nvGrpSpPr>
      <p:grpSpPr>
        <a:xfrm>
          <a:off x="0" y="0"/>
          <a:ext cx="0" cy="0"/>
          <a:chOff x="0" y="0"/>
          <a:chExt cx="0" cy="0"/>
        </a:xfrm>
      </p:grpSpPr>
      <p:sp>
        <p:nvSpPr>
          <p:cNvPr id="27" name="Google Shape;27;p16"/>
          <p:cNvSpPr txBox="1"/>
          <p:nvPr>
            <p:ph type="title"/>
          </p:nvPr>
        </p:nvSpPr>
        <p:spPr>
          <a:xfrm>
            <a:off x="1141412" y="609600"/>
            <a:ext cx="9905999" cy="1905000"/>
          </a:xfrm>
          <a:prstGeom prst="rect">
            <a:avLst/>
          </a:prstGeom>
          <a:noFill/>
          <a:ln>
            <a:noFill/>
          </a:ln>
        </p:spPr>
        <p:txBody>
          <a:bodyPr anchorCtr="0" anchor="ctr" bIns="45700" lIns="45700" spcFirstLastPara="1" rIns="45700" wrap="square" tIns="45700">
            <a:normAutofit/>
          </a:bodyPr>
          <a:lstStyle>
            <a:lvl1pPr lvl="0" algn="l">
              <a:lnSpc>
                <a:spcPct val="100000"/>
              </a:lnSpc>
              <a:spcBef>
                <a:spcPts val="0"/>
              </a:spcBef>
              <a:spcAft>
                <a:spcPts val="0"/>
              </a:spcAft>
              <a:buClr>
                <a:srgbClr val="FFFFFF"/>
              </a:buClr>
              <a:buSzPts val="1800"/>
              <a:buNone/>
              <a:defRPr/>
            </a:lvl1pPr>
            <a:lvl2pPr lvl="1" algn="l">
              <a:lnSpc>
                <a:spcPct val="100000"/>
              </a:lnSpc>
              <a:spcBef>
                <a:spcPts val="0"/>
              </a:spcBef>
              <a:spcAft>
                <a:spcPts val="0"/>
              </a:spcAft>
              <a:buClr>
                <a:srgbClr val="FFFFFF"/>
              </a:buClr>
              <a:buSzPts val="1800"/>
              <a:buNone/>
              <a:defRPr/>
            </a:lvl2pPr>
            <a:lvl3pPr lvl="2" algn="l">
              <a:lnSpc>
                <a:spcPct val="100000"/>
              </a:lnSpc>
              <a:spcBef>
                <a:spcPts val="0"/>
              </a:spcBef>
              <a:spcAft>
                <a:spcPts val="0"/>
              </a:spcAft>
              <a:buClr>
                <a:srgbClr val="FFFFFF"/>
              </a:buClr>
              <a:buSzPts val="1800"/>
              <a:buNone/>
              <a:defRPr/>
            </a:lvl3pPr>
            <a:lvl4pPr lvl="3" algn="l">
              <a:lnSpc>
                <a:spcPct val="100000"/>
              </a:lnSpc>
              <a:spcBef>
                <a:spcPts val="0"/>
              </a:spcBef>
              <a:spcAft>
                <a:spcPts val="0"/>
              </a:spcAft>
              <a:buClr>
                <a:srgbClr val="FFFFFF"/>
              </a:buClr>
              <a:buSzPts val="1800"/>
              <a:buNone/>
              <a:defRPr/>
            </a:lvl4pPr>
            <a:lvl5pPr lvl="4" algn="l">
              <a:lnSpc>
                <a:spcPct val="100000"/>
              </a:lnSpc>
              <a:spcBef>
                <a:spcPts val="0"/>
              </a:spcBef>
              <a:spcAft>
                <a:spcPts val="0"/>
              </a:spcAft>
              <a:buClr>
                <a:srgbClr val="FFFFFF"/>
              </a:buClr>
              <a:buSzPts val="1800"/>
              <a:buNone/>
              <a:defRPr/>
            </a:lvl5pPr>
            <a:lvl6pPr lvl="5" algn="l">
              <a:lnSpc>
                <a:spcPct val="100000"/>
              </a:lnSpc>
              <a:spcBef>
                <a:spcPts val="0"/>
              </a:spcBef>
              <a:spcAft>
                <a:spcPts val="0"/>
              </a:spcAft>
              <a:buClr>
                <a:srgbClr val="FFFFFF"/>
              </a:buClr>
              <a:buSzPts val="1800"/>
              <a:buNone/>
              <a:defRPr/>
            </a:lvl6pPr>
            <a:lvl7pPr lvl="6" algn="l">
              <a:lnSpc>
                <a:spcPct val="100000"/>
              </a:lnSpc>
              <a:spcBef>
                <a:spcPts val="0"/>
              </a:spcBef>
              <a:spcAft>
                <a:spcPts val="0"/>
              </a:spcAft>
              <a:buClr>
                <a:srgbClr val="FFFFFF"/>
              </a:buClr>
              <a:buSzPts val="1800"/>
              <a:buNone/>
              <a:defRPr/>
            </a:lvl7pPr>
            <a:lvl8pPr lvl="7" algn="l">
              <a:lnSpc>
                <a:spcPct val="100000"/>
              </a:lnSpc>
              <a:spcBef>
                <a:spcPts val="0"/>
              </a:spcBef>
              <a:spcAft>
                <a:spcPts val="0"/>
              </a:spcAft>
              <a:buClr>
                <a:srgbClr val="FFFFFF"/>
              </a:buClr>
              <a:buSzPts val="1800"/>
              <a:buNone/>
              <a:defRPr/>
            </a:lvl8pPr>
            <a:lvl9pPr lvl="8" algn="l">
              <a:lnSpc>
                <a:spcPct val="100000"/>
              </a:lnSpc>
              <a:spcBef>
                <a:spcPts val="0"/>
              </a:spcBef>
              <a:spcAft>
                <a:spcPts val="0"/>
              </a:spcAft>
              <a:buClr>
                <a:srgbClr val="FFFFFF"/>
              </a:buClr>
              <a:buSzPts val="1800"/>
              <a:buNone/>
              <a:defRPr/>
            </a:lvl9pPr>
          </a:lstStyle>
          <a:p/>
        </p:txBody>
      </p:sp>
      <p:sp>
        <p:nvSpPr>
          <p:cNvPr id="28" name="Google Shape;28;p16"/>
          <p:cNvSpPr txBox="1"/>
          <p:nvPr>
            <p:ph idx="1" type="body"/>
          </p:nvPr>
        </p:nvSpPr>
        <p:spPr>
          <a:xfrm>
            <a:off x="1141412" y="2666999"/>
            <a:ext cx="4876801" cy="3124201"/>
          </a:xfrm>
          <a:prstGeom prst="rect">
            <a:avLst/>
          </a:prstGeom>
          <a:noFill/>
          <a:ln>
            <a:noFill/>
          </a:ln>
        </p:spPr>
        <p:txBody>
          <a:bodyPr anchorCtr="0" anchor="ctr" bIns="45700" lIns="45700" spcFirstLastPara="1" rIns="45700" wrap="square" tIns="45700">
            <a:normAutofit/>
          </a:bodyPr>
          <a:lstStyle>
            <a:lvl1pPr indent="-342900" lvl="0" marL="457200" algn="l">
              <a:lnSpc>
                <a:spcPct val="100000"/>
              </a:lnSpc>
              <a:spcBef>
                <a:spcPts val="600"/>
              </a:spcBef>
              <a:spcAft>
                <a:spcPts val="0"/>
              </a:spcAft>
              <a:buSzPts val="1800"/>
              <a:buChar char="•"/>
              <a:defRPr sz="1800"/>
            </a:lvl1pPr>
            <a:lvl2pPr indent="-342900" lvl="1" marL="914400" algn="l">
              <a:lnSpc>
                <a:spcPct val="100000"/>
              </a:lnSpc>
              <a:spcBef>
                <a:spcPts val="600"/>
              </a:spcBef>
              <a:spcAft>
                <a:spcPts val="0"/>
              </a:spcAft>
              <a:buSzPts val="1800"/>
              <a:buChar char="•"/>
              <a:defRPr sz="1800"/>
            </a:lvl2pPr>
            <a:lvl3pPr indent="-342900" lvl="2" marL="1371600" algn="l">
              <a:lnSpc>
                <a:spcPct val="100000"/>
              </a:lnSpc>
              <a:spcBef>
                <a:spcPts val="600"/>
              </a:spcBef>
              <a:spcAft>
                <a:spcPts val="0"/>
              </a:spcAft>
              <a:buSzPts val="1800"/>
              <a:buChar char="•"/>
              <a:defRPr sz="1800"/>
            </a:lvl3pPr>
            <a:lvl4pPr indent="-342900" lvl="3" marL="1828800" algn="l">
              <a:lnSpc>
                <a:spcPct val="100000"/>
              </a:lnSpc>
              <a:spcBef>
                <a:spcPts val="600"/>
              </a:spcBef>
              <a:spcAft>
                <a:spcPts val="0"/>
              </a:spcAft>
              <a:buSzPts val="1800"/>
              <a:buChar char="•"/>
              <a:defRPr sz="1800"/>
            </a:lvl4pPr>
            <a:lvl5pPr indent="-342900" lvl="4" marL="2286000" algn="l">
              <a:lnSpc>
                <a:spcPct val="100000"/>
              </a:lnSpc>
              <a:spcBef>
                <a:spcPts val="600"/>
              </a:spcBef>
              <a:spcAft>
                <a:spcPts val="0"/>
              </a:spcAft>
              <a:buSzPts val="1800"/>
              <a:buChar char="•"/>
              <a:defRPr sz="1800"/>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29" name="Google Shape;29;p16"/>
          <p:cNvSpPr txBox="1"/>
          <p:nvPr>
            <p:ph idx="12" type="sldNum"/>
          </p:nvPr>
        </p:nvSpPr>
        <p:spPr>
          <a:xfrm>
            <a:off x="10833009" y="5950267"/>
            <a:ext cx="232170" cy="2311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BFBFBF"/>
              </a:buClr>
              <a:buSzPts val="900"/>
              <a:buFont typeface="Century Gothic"/>
              <a:buNone/>
              <a:defRPr/>
            </a:lvl1pPr>
            <a:lvl2pPr indent="0" lvl="1" marL="0" algn="r">
              <a:lnSpc>
                <a:spcPct val="100000"/>
              </a:lnSpc>
              <a:spcBef>
                <a:spcPts val="0"/>
              </a:spcBef>
              <a:spcAft>
                <a:spcPts val="0"/>
              </a:spcAft>
              <a:buClr>
                <a:srgbClr val="BFBFBF"/>
              </a:buClr>
              <a:buSzPts val="900"/>
              <a:buFont typeface="Century Gothic"/>
              <a:buNone/>
              <a:defRPr/>
            </a:lvl2pPr>
            <a:lvl3pPr indent="0" lvl="2" marL="0" algn="r">
              <a:lnSpc>
                <a:spcPct val="100000"/>
              </a:lnSpc>
              <a:spcBef>
                <a:spcPts val="0"/>
              </a:spcBef>
              <a:spcAft>
                <a:spcPts val="0"/>
              </a:spcAft>
              <a:buClr>
                <a:srgbClr val="BFBFBF"/>
              </a:buClr>
              <a:buSzPts val="900"/>
              <a:buFont typeface="Century Gothic"/>
              <a:buNone/>
              <a:defRPr/>
            </a:lvl3pPr>
            <a:lvl4pPr indent="0" lvl="3" marL="0" algn="r">
              <a:lnSpc>
                <a:spcPct val="100000"/>
              </a:lnSpc>
              <a:spcBef>
                <a:spcPts val="0"/>
              </a:spcBef>
              <a:spcAft>
                <a:spcPts val="0"/>
              </a:spcAft>
              <a:buClr>
                <a:srgbClr val="BFBFBF"/>
              </a:buClr>
              <a:buSzPts val="900"/>
              <a:buFont typeface="Century Gothic"/>
              <a:buNone/>
              <a:defRPr/>
            </a:lvl4pPr>
            <a:lvl5pPr indent="0" lvl="4" marL="0" algn="r">
              <a:lnSpc>
                <a:spcPct val="100000"/>
              </a:lnSpc>
              <a:spcBef>
                <a:spcPts val="0"/>
              </a:spcBef>
              <a:spcAft>
                <a:spcPts val="0"/>
              </a:spcAft>
              <a:buClr>
                <a:srgbClr val="BFBFBF"/>
              </a:buClr>
              <a:buSzPts val="900"/>
              <a:buFont typeface="Century Gothic"/>
              <a:buNone/>
              <a:defRPr/>
            </a:lvl5pPr>
            <a:lvl6pPr indent="0" lvl="5" marL="0" algn="r">
              <a:lnSpc>
                <a:spcPct val="100000"/>
              </a:lnSpc>
              <a:spcBef>
                <a:spcPts val="0"/>
              </a:spcBef>
              <a:spcAft>
                <a:spcPts val="0"/>
              </a:spcAft>
              <a:buClr>
                <a:srgbClr val="BFBFBF"/>
              </a:buClr>
              <a:buSzPts val="900"/>
              <a:buFont typeface="Century Gothic"/>
              <a:buNone/>
              <a:defRPr/>
            </a:lvl6pPr>
            <a:lvl7pPr indent="0" lvl="6" marL="0" algn="r">
              <a:lnSpc>
                <a:spcPct val="100000"/>
              </a:lnSpc>
              <a:spcBef>
                <a:spcPts val="0"/>
              </a:spcBef>
              <a:spcAft>
                <a:spcPts val="0"/>
              </a:spcAft>
              <a:buClr>
                <a:srgbClr val="BFBFBF"/>
              </a:buClr>
              <a:buSzPts val="900"/>
              <a:buFont typeface="Century Gothic"/>
              <a:buNone/>
              <a:defRPr/>
            </a:lvl7pPr>
            <a:lvl8pPr indent="0" lvl="7" marL="0" algn="r">
              <a:lnSpc>
                <a:spcPct val="100000"/>
              </a:lnSpc>
              <a:spcBef>
                <a:spcPts val="0"/>
              </a:spcBef>
              <a:spcAft>
                <a:spcPts val="0"/>
              </a:spcAft>
              <a:buClr>
                <a:srgbClr val="BFBFBF"/>
              </a:buClr>
              <a:buSzPts val="900"/>
              <a:buFont typeface="Century Gothic"/>
              <a:buNone/>
              <a:defRPr/>
            </a:lvl8pPr>
            <a:lvl9pPr indent="0" lvl="8" marL="0" algn="r">
              <a:lnSpc>
                <a:spcPct val="100000"/>
              </a:lnSpc>
              <a:spcBef>
                <a:spcPts val="0"/>
              </a:spcBef>
              <a:spcAft>
                <a:spcPts val="0"/>
              </a:spcAft>
              <a:buClr>
                <a:srgbClr val="BFBFBF"/>
              </a:buClr>
              <a:buSzPts val="900"/>
              <a:buFont typeface="Century Gothic"/>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0" name="Shape 30"/>
        <p:cNvGrpSpPr/>
        <p:nvPr/>
      </p:nvGrpSpPr>
      <p:grpSpPr>
        <a:xfrm>
          <a:off x="0" y="0"/>
          <a:ext cx="0" cy="0"/>
          <a:chOff x="0" y="0"/>
          <a:chExt cx="0" cy="0"/>
        </a:xfrm>
      </p:grpSpPr>
      <p:sp>
        <p:nvSpPr>
          <p:cNvPr id="31" name="Google Shape;31;p17"/>
          <p:cNvSpPr txBox="1"/>
          <p:nvPr>
            <p:ph type="title"/>
          </p:nvPr>
        </p:nvSpPr>
        <p:spPr>
          <a:xfrm>
            <a:off x="1141412" y="609600"/>
            <a:ext cx="9905999" cy="1905000"/>
          </a:xfrm>
          <a:prstGeom prst="rect">
            <a:avLst/>
          </a:prstGeom>
          <a:noFill/>
          <a:ln>
            <a:noFill/>
          </a:ln>
        </p:spPr>
        <p:txBody>
          <a:bodyPr anchorCtr="0" anchor="ctr" bIns="45700" lIns="45700" spcFirstLastPara="1" rIns="45700" wrap="square" tIns="45700">
            <a:normAutofit/>
          </a:bodyPr>
          <a:lstStyle>
            <a:lvl1pPr lvl="0" algn="l">
              <a:lnSpc>
                <a:spcPct val="100000"/>
              </a:lnSpc>
              <a:spcBef>
                <a:spcPts val="0"/>
              </a:spcBef>
              <a:spcAft>
                <a:spcPts val="0"/>
              </a:spcAft>
              <a:buClr>
                <a:srgbClr val="FFFFFF"/>
              </a:buClr>
              <a:buSzPts val="1800"/>
              <a:buNone/>
              <a:defRPr/>
            </a:lvl1pPr>
            <a:lvl2pPr lvl="1" algn="l">
              <a:lnSpc>
                <a:spcPct val="100000"/>
              </a:lnSpc>
              <a:spcBef>
                <a:spcPts val="0"/>
              </a:spcBef>
              <a:spcAft>
                <a:spcPts val="0"/>
              </a:spcAft>
              <a:buClr>
                <a:srgbClr val="FFFFFF"/>
              </a:buClr>
              <a:buSzPts val="1800"/>
              <a:buNone/>
              <a:defRPr/>
            </a:lvl2pPr>
            <a:lvl3pPr lvl="2" algn="l">
              <a:lnSpc>
                <a:spcPct val="100000"/>
              </a:lnSpc>
              <a:spcBef>
                <a:spcPts val="0"/>
              </a:spcBef>
              <a:spcAft>
                <a:spcPts val="0"/>
              </a:spcAft>
              <a:buClr>
                <a:srgbClr val="FFFFFF"/>
              </a:buClr>
              <a:buSzPts val="1800"/>
              <a:buNone/>
              <a:defRPr/>
            </a:lvl3pPr>
            <a:lvl4pPr lvl="3" algn="l">
              <a:lnSpc>
                <a:spcPct val="100000"/>
              </a:lnSpc>
              <a:spcBef>
                <a:spcPts val="0"/>
              </a:spcBef>
              <a:spcAft>
                <a:spcPts val="0"/>
              </a:spcAft>
              <a:buClr>
                <a:srgbClr val="FFFFFF"/>
              </a:buClr>
              <a:buSzPts val="1800"/>
              <a:buNone/>
              <a:defRPr/>
            </a:lvl4pPr>
            <a:lvl5pPr lvl="4" algn="l">
              <a:lnSpc>
                <a:spcPct val="100000"/>
              </a:lnSpc>
              <a:spcBef>
                <a:spcPts val="0"/>
              </a:spcBef>
              <a:spcAft>
                <a:spcPts val="0"/>
              </a:spcAft>
              <a:buClr>
                <a:srgbClr val="FFFFFF"/>
              </a:buClr>
              <a:buSzPts val="1800"/>
              <a:buNone/>
              <a:defRPr/>
            </a:lvl5pPr>
            <a:lvl6pPr lvl="5" algn="l">
              <a:lnSpc>
                <a:spcPct val="100000"/>
              </a:lnSpc>
              <a:spcBef>
                <a:spcPts val="0"/>
              </a:spcBef>
              <a:spcAft>
                <a:spcPts val="0"/>
              </a:spcAft>
              <a:buClr>
                <a:srgbClr val="FFFFFF"/>
              </a:buClr>
              <a:buSzPts val="1800"/>
              <a:buNone/>
              <a:defRPr/>
            </a:lvl6pPr>
            <a:lvl7pPr lvl="6" algn="l">
              <a:lnSpc>
                <a:spcPct val="100000"/>
              </a:lnSpc>
              <a:spcBef>
                <a:spcPts val="0"/>
              </a:spcBef>
              <a:spcAft>
                <a:spcPts val="0"/>
              </a:spcAft>
              <a:buClr>
                <a:srgbClr val="FFFFFF"/>
              </a:buClr>
              <a:buSzPts val="1800"/>
              <a:buNone/>
              <a:defRPr/>
            </a:lvl7pPr>
            <a:lvl8pPr lvl="7" algn="l">
              <a:lnSpc>
                <a:spcPct val="100000"/>
              </a:lnSpc>
              <a:spcBef>
                <a:spcPts val="0"/>
              </a:spcBef>
              <a:spcAft>
                <a:spcPts val="0"/>
              </a:spcAft>
              <a:buClr>
                <a:srgbClr val="FFFFFF"/>
              </a:buClr>
              <a:buSzPts val="1800"/>
              <a:buNone/>
              <a:defRPr/>
            </a:lvl8pPr>
            <a:lvl9pPr lvl="8" algn="l">
              <a:lnSpc>
                <a:spcPct val="100000"/>
              </a:lnSpc>
              <a:spcBef>
                <a:spcPts val="0"/>
              </a:spcBef>
              <a:spcAft>
                <a:spcPts val="0"/>
              </a:spcAft>
              <a:buClr>
                <a:srgbClr val="FFFFFF"/>
              </a:buClr>
              <a:buSzPts val="1800"/>
              <a:buNone/>
              <a:defRPr/>
            </a:lvl9pPr>
          </a:lstStyle>
          <a:p/>
        </p:txBody>
      </p:sp>
      <p:sp>
        <p:nvSpPr>
          <p:cNvPr id="32" name="Google Shape;32;p17"/>
          <p:cNvSpPr txBox="1"/>
          <p:nvPr>
            <p:ph idx="1" type="body"/>
          </p:nvPr>
        </p:nvSpPr>
        <p:spPr>
          <a:xfrm>
            <a:off x="1429280" y="2658533"/>
            <a:ext cx="4588932" cy="576263"/>
          </a:xfrm>
          <a:prstGeom prst="rect">
            <a:avLst/>
          </a:prstGeom>
          <a:noFill/>
          <a:ln>
            <a:noFill/>
          </a:ln>
        </p:spPr>
        <p:txBody>
          <a:bodyPr anchorCtr="0" anchor="b" bIns="45700" lIns="45700" spcFirstLastPara="1" rIns="45700" wrap="square" tIns="45700">
            <a:normAutofit/>
          </a:bodyPr>
          <a:lstStyle>
            <a:lvl1pPr indent="-228600" lvl="0" marL="457200" algn="l">
              <a:lnSpc>
                <a:spcPct val="100000"/>
              </a:lnSpc>
              <a:spcBef>
                <a:spcPts val="600"/>
              </a:spcBef>
              <a:spcAft>
                <a:spcPts val="0"/>
              </a:spcAft>
              <a:buClr>
                <a:srgbClr val="FFFFFF"/>
              </a:buClr>
              <a:buSzPts val="2800"/>
              <a:buFont typeface="Century Gothic"/>
              <a:buNone/>
              <a:defRPr sz="2800"/>
            </a:lvl1pPr>
            <a:lvl2pPr indent="-228600" lvl="1" marL="914400" algn="l">
              <a:lnSpc>
                <a:spcPct val="100000"/>
              </a:lnSpc>
              <a:spcBef>
                <a:spcPts val="600"/>
              </a:spcBef>
              <a:spcAft>
                <a:spcPts val="0"/>
              </a:spcAft>
              <a:buClr>
                <a:srgbClr val="FFFFFF"/>
              </a:buClr>
              <a:buSzPts val="2800"/>
              <a:buFont typeface="Century Gothic"/>
              <a:buNone/>
              <a:defRPr sz="2800"/>
            </a:lvl2pPr>
            <a:lvl3pPr indent="-228600" lvl="2" marL="1371600" algn="l">
              <a:lnSpc>
                <a:spcPct val="100000"/>
              </a:lnSpc>
              <a:spcBef>
                <a:spcPts val="600"/>
              </a:spcBef>
              <a:spcAft>
                <a:spcPts val="0"/>
              </a:spcAft>
              <a:buClr>
                <a:srgbClr val="FFFFFF"/>
              </a:buClr>
              <a:buSzPts val="2800"/>
              <a:buFont typeface="Century Gothic"/>
              <a:buNone/>
              <a:defRPr sz="2800"/>
            </a:lvl3pPr>
            <a:lvl4pPr indent="-228600" lvl="3" marL="1828800" algn="l">
              <a:lnSpc>
                <a:spcPct val="100000"/>
              </a:lnSpc>
              <a:spcBef>
                <a:spcPts val="600"/>
              </a:spcBef>
              <a:spcAft>
                <a:spcPts val="0"/>
              </a:spcAft>
              <a:buClr>
                <a:srgbClr val="FFFFFF"/>
              </a:buClr>
              <a:buSzPts val="2800"/>
              <a:buFont typeface="Century Gothic"/>
              <a:buNone/>
              <a:defRPr sz="2800"/>
            </a:lvl4pPr>
            <a:lvl5pPr indent="-228600" lvl="4" marL="2286000" algn="l">
              <a:lnSpc>
                <a:spcPct val="100000"/>
              </a:lnSpc>
              <a:spcBef>
                <a:spcPts val="600"/>
              </a:spcBef>
              <a:spcAft>
                <a:spcPts val="0"/>
              </a:spcAft>
              <a:buClr>
                <a:srgbClr val="FFFFFF"/>
              </a:buClr>
              <a:buSzPts val="2800"/>
              <a:buFont typeface="Century Gothic"/>
              <a:buNone/>
              <a:defRPr sz="2800"/>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3" name="Google Shape;33;p17"/>
          <p:cNvSpPr txBox="1"/>
          <p:nvPr>
            <p:ph idx="2" type="body"/>
          </p:nvPr>
        </p:nvSpPr>
        <p:spPr>
          <a:xfrm>
            <a:off x="6443133" y="2666999"/>
            <a:ext cx="4604280" cy="576264"/>
          </a:xfrm>
          <a:prstGeom prst="rect">
            <a:avLst/>
          </a:prstGeom>
          <a:noFill/>
          <a:ln>
            <a:noFill/>
          </a:ln>
        </p:spPr>
        <p:txBody>
          <a:bodyPr anchorCtr="0" anchor="b" bIns="45700" lIns="45700" spcFirstLastPara="1" rIns="45700" wrap="square" tIns="45700">
            <a:normAutofit/>
          </a:bodyPr>
          <a:lstStyle>
            <a:lvl1pPr indent="-342900" lvl="0" marL="457200" algn="l">
              <a:lnSpc>
                <a:spcPct val="100000"/>
              </a:lnSpc>
              <a:spcBef>
                <a:spcPts val="60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4" name="Google Shape;34;p17"/>
          <p:cNvSpPr txBox="1"/>
          <p:nvPr>
            <p:ph idx="12" type="sldNum"/>
          </p:nvPr>
        </p:nvSpPr>
        <p:spPr>
          <a:xfrm>
            <a:off x="10833009" y="5950267"/>
            <a:ext cx="232170" cy="2311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BFBFBF"/>
              </a:buClr>
              <a:buSzPts val="900"/>
              <a:buFont typeface="Century Gothic"/>
              <a:buNone/>
              <a:defRPr/>
            </a:lvl1pPr>
            <a:lvl2pPr indent="0" lvl="1" marL="0" algn="r">
              <a:lnSpc>
                <a:spcPct val="100000"/>
              </a:lnSpc>
              <a:spcBef>
                <a:spcPts val="0"/>
              </a:spcBef>
              <a:spcAft>
                <a:spcPts val="0"/>
              </a:spcAft>
              <a:buClr>
                <a:srgbClr val="BFBFBF"/>
              </a:buClr>
              <a:buSzPts val="900"/>
              <a:buFont typeface="Century Gothic"/>
              <a:buNone/>
              <a:defRPr/>
            </a:lvl2pPr>
            <a:lvl3pPr indent="0" lvl="2" marL="0" algn="r">
              <a:lnSpc>
                <a:spcPct val="100000"/>
              </a:lnSpc>
              <a:spcBef>
                <a:spcPts val="0"/>
              </a:spcBef>
              <a:spcAft>
                <a:spcPts val="0"/>
              </a:spcAft>
              <a:buClr>
                <a:srgbClr val="BFBFBF"/>
              </a:buClr>
              <a:buSzPts val="900"/>
              <a:buFont typeface="Century Gothic"/>
              <a:buNone/>
              <a:defRPr/>
            </a:lvl3pPr>
            <a:lvl4pPr indent="0" lvl="3" marL="0" algn="r">
              <a:lnSpc>
                <a:spcPct val="100000"/>
              </a:lnSpc>
              <a:spcBef>
                <a:spcPts val="0"/>
              </a:spcBef>
              <a:spcAft>
                <a:spcPts val="0"/>
              </a:spcAft>
              <a:buClr>
                <a:srgbClr val="BFBFBF"/>
              </a:buClr>
              <a:buSzPts val="900"/>
              <a:buFont typeface="Century Gothic"/>
              <a:buNone/>
              <a:defRPr/>
            </a:lvl4pPr>
            <a:lvl5pPr indent="0" lvl="4" marL="0" algn="r">
              <a:lnSpc>
                <a:spcPct val="100000"/>
              </a:lnSpc>
              <a:spcBef>
                <a:spcPts val="0"/>
              </a:spcBef>
              <a:spcAft>
                <a:spcPts val="0"/>
              </a:spcAft>
              <a:buClr>
                <a:srgbClr val="BFBFBF"/>
              </a:buClr>
              <a:buSzPts val="900"/>
              <a:buFont typeface="Century Gothic"/>
              <a:buNone/>
              <a:defRPr/>
            </a:lvl5pPr>
            <a:lvl6pPr indent="0" lvl="5" marL="0" algn="r">
              <a:lnSpc>
                <a:spcPct val="100000"/>
              </a:lnSpc>
              <a:spcBef>
                <a:spcPts val="0"/>
              </a:spcBef>
              <a:spcAft>
                <a:spcPts val="0"/>
              </a:spcAft>
              <a:buClr>
                <a:srgbClr val="BFBFBF"/>
              </a:buClr>
              <a:buSzPts val="900"/>
              <a:buFont typeface="Century Gothic"/>
              <a:buNone/>
              <a:defRPr/>
            </a:lvl6pPr>
            <a:lvl7pPr indent="0" lvl="6" marL="0" algn="r">
              <a:lnSpc>
                <a:spcPct val="100000"/>
              </a:lnSpc>
              <a:spcBef>
                <a:spcPts val="0"/>
              </a:spcBef>
              <a:spcAft>
                <a:spcPts val="0"/>
              </a:spcAft>
              <a:buClr>
                <a:srgbClr val="BFBFBF"/>
              </a:buClr>
              <a:buSzPts val="900"/>
              <a:buFont typeface="Century Gothic"/>
              <a:buNone/>
              <a:defRPr/>
            </a:lvl7pPr>
            <a:lvl8pPr indent="0" lvl="7" marL="0" algn="r">
              <a:lnSpc>
                <a:spcPct val="100000"/>
              </a:lnSpc>
              <a:spcBef>
                <a:spcPts val="0"/>
              </a:spcBef>
              <a:spcAft>
                <a:spcPts val="0"/>
              </a:spcAft>
              <a:buClr>
                <a:srgbClr val="BFBFBF"/>
              </a:buClr>
              <a:buSzPts val="900"/>
              <a:buFont typeface="Century Gothic"/>
              <a:buNone/>
              <a:defRPr/>
            </a:lvl8pPr>
            <a:lvl9pPr indent="0" lvl="8" marL="0" algn="r">
              <a:lnSpc>
                <a:spcPct val="100000"/>
              </a:lnSpc>
              <a:spcBef>
                <a:spcPts val="0"/>
              </a:spcBef>
              <a:spcAft>
                <a:spcPts val="0"/>
              </a:spcAft>
              <a:buClr>
                <a:srgbClr val="BFBFBF"/>
              </a:buClr>
              <a:buSzPts val="900"/>
              <a:buFont typeface="Century Gothic"/>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35" name="Shape 35"/>
        <p:cNvGrpSpPr/>
        <p:nvPr/>
      </p:nvGrpSpPr>
      <p:grpSpPr>
        <a:xfrm>
          <a:off x="0" y="0"/>
          <a:ext cx="0" cy="0"/>
          <a:chOff x="0" y="0"/>
          <a:chExt cx="0" cy="0"/>
        </a:xfrm>
      </p:grpSpPr>
      <p:sp>
        <p:nvSpPr>
          <p:cNvPr id="36" name="Google Shape;36;p18"/>
          <p:cNvSpPr txBox="1"/>
          <p:nvPr>
            <p:ph type="title"/>
          </p:nvPr>
        </p:nvSpPr>
        <p:spPr>
          <a:xfrm>
            <a:off x="1141411" y="1600200"/>
            <a:ext cx="3549122" cy="1371600"/>
          </a:xfrm>
          <a:prstGeom prst="rect">
            <a:avLst/>
          </a:prstGeom>
          <a:noFill/>
          <a:ln>
            <a:noFill/>
          </a:ln>
        </p:spPr>
        <p:txBody>
          <a:bodyPr anchorCtr="0" anchor="b" bIns="45700" lIns="45700" spcFirstLastPara="1" rIns="45700" wrap="square" tIns="45700">
            <a:normAutofit/>
          </a:bodyPr>
          <a:lstStyle>
            <a:lvl1pPr lvl="0" algn="l">
              <a:lnSpc>
                <a:spcPct val="100000"/>
              </a:lnSpc>
              <a:spcBef>
                <a:spcPts val="0"/>
              </a:spcBef>
              <a:spcAft>
                <a:spcPts val="0"/>
              </a:spcAft>
              <a:buClr>
                <a:srgbClr val="FFFFFF"/>
              </a:buClr>
              <a:buSzPts val="2400"/>
              <a:buFont typeface="Century Gothic"/>
              <a:buNone/>
              <a:defRPr sz="2400"/>
            </a:lvl1pPr>
            <a:lvl2pPr lvl="1" algn="l">
              <a:lnSpc>
                <a:spcPct val="100000"/>
              </a:lnSpc>
              <a:spcBef>
                <a:spcPts val="0"/>
              </a:spcBef>
              <a:spcAft>
                <a:spcPts val="0"/>
              </a:spcAft>
              <a:buClr>
                <a:srgbClr val="FFFFFF"/>
              </a:buClr>
              <a:buSzPts val="1800"/>
              <a:buNone/>
              <a:defRPr/>
            </a:lvl2pPr>
            <a:lvl3pPr lvl="2" algn="l">
              <a:lnSpc>
                <a:spcPct val="100000"/>
              </a:lnSpc>
              <a:spcBef>
                <a:spcPts val="0"/>
              </a:spcBef>
              <a:spcAft>
                <a:spcPts val="0"/>
              </a:spcAft>
              <a:buClr>
                <a:srgbClr val="FFFFFF"/>
              </a:buClr>
              <a:buSzPts val="1800"/>
              <a:buNone/>
              <a:defRPr/>
            </a:lvl3pPr>
            <a:lvl4pPr lvl="3" algn="l">
              <a:lnSpc>
                <a:spcPct val="100000"/>
              </a:lnSpc>
              <a:spcBef>
                <a:spcPts val="0"/>
              </a:spcBef>
              <a:spcAft>
                <a:spcPts val="0"/>
              </a:spcAft>
              <a:buClr>
                <a:srgbClr val="FFFFFF"/>
              </a:buClr>
              <a:buSzPts val="1800"/>
              <a:buNone/>
              <a:defRPr/>
            </a:lvl4pPr>
            <a:lvl5pPr lvl="4" algn="l">
              <a:lnSpc>
                <a:spcPct val="100000"/>
              </a:lnSpc>
              <a:spcBef>
                <a:spcPts val="0"/>
              </a:spcBef>
              <a:spcAft>
                <a:spcPts val="0"/>
              </a:spcAft>
              <a:buClr>
                <a:srgbClr val="FFFFFF"/>
              </a:buClr>
              <a:buSzPts val="1800"/>
              <a:buNone/>
              <a:defRPr/>
            </a:lvl5pPr>
            <a:lvl6pPr lvl="5" algn="l">
              <a:lnSpc>
                <a:spcPct val="100000"/>
              </a:lnSpc>
              <a:spcBef>
                <a:spcPts val="0"/>
              </a:spcBef>
              <a:spcAft>
                <a:spcPts val="0"/>
              </a:spcAft>
              <a:buClr>
                <a:srgbClr val="FFFFFF"/>
              </a:buClr>
              <a:buSzPts val="1800"/>
              <a:buNone/>
              <a:defRPr/>
            </a:lvl6pPr>
            <a:lvl7pPr lvl="6" algn="l">
              <a:lnSpc>
                <a:spcPct val="100000"/>
              </a:lnSpc>
              <a:spcBef>
                <a:spcPts val="0"/>
              </a:spcBef>
              <a:spcAft>
                <a:spcPts val="0"/>
              </a:spcAft>
              <a:buClr>
                <a:srgbClr val="FFFFFF"/>
              </a:buClr>
              <a:buSzPts val="1800"/>
              <a:buNone/>
              <a:defRPr/>
            </a:lvl7pPr>
            <a:lvl8pPr lvl="7" algn="l">
              <a:lnSpc>
                <a:spcPct val="100000"/>
              </a:lnSpc>
              <a:spcBef>
                <a:spcPts val="0"/>
              </a:spcBef>
              <a:spcAft>
                <a:spcPts val="0"/>
              </a:spcAft>
              <a:buClr>
                <a:srgbClr val="FFFFFF"/>
              </a:buClr>
              <a:buSzPts val="1800"/>
              <a:buNone/>
              <a:defRPr/>
            </a:lvl8pPr>
            <a:lvl9pPr lvl="8" algn="l">
              <a:lnSpc>
                <a:spcPct val="100000"/>
              </a:lnSpc>
              <a:spcBef>
                <a:spcPts val="0"/>
              </a:spcBef>
              <a:spcAft>
                <a:spcPts val="0"/>
              </a:spcAft>
              <a:buClr>
                <a:srgbClr val="FFFFFF"/>
              </a:buClr>
              <a:buSzPts val="1800"/>
              <a:buNone/>
              <a:defRPr/>
            </a:lvl9pPr>
          </a:lstStyle>
          <a:p/>
        </p:txBody>
      </p:sp>
      <p:sp>
        <p:nvSpPr>
          <p:cNvPr id="37" name="Google Shape;37;p18"/>
          <p:cNvSpPr txBox="1"/>
          <p:nvPr>
            <p:ph idx="1" type="body"/>
          </p:nvPr>
        </p:nvSpPr>
        <p:spPr>
          <a:xfrm>
            <a:off x="5103812" y="609601"/>
            <a:ext cx="5943602" cy="5181601"/>
          </a:xfrm>
          <a:prstGeom prst="rect">
            <a:avLst/>
          </a:prstGeom>
          <a:noFill/>
          <a:ln>
            <a:noFill/>
          </a:ln>
        </p:spPr>
        <p:txBody>
          <a:bodyPr anchorCtr="0" anchor="ctr" bIns="45700" lIns="45700" spcFirstLastPara="1" rIns="45700" wrap="square" tIns="45700">
            <a:normAutofit/>
          </a:bodyPr>
          <a:lstStyle>
            <a:lvl1pPr indent="-342900" lvl="0" marL="457200" algn="l">
              <a:lnSpc>
                <a:spcPct val="100000"/>
              </a:lnSpc>
              <a:spcBef>
                <a:spcPts val="60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8" name="Google Shape;38;p18"/>
          <p:cNvSpPr txBox="1"/>
          <p:nvPr>
            <p:ph idx="2" type="body"/>
          </p:nvPr>
        </p:nvSpPr>
        <p:spPr>
          <a:xfrm>
            <a:off x="1141411" y="2971800"/>
            <a:ext cx="3549122" cy="1828800"/>
          </a:xfrm>
          <a:prstGeom prst="rect">
            <a:avLst/>
          </a:prstGeom>
          <a:noFill/>
          <a:ln>
            <a:noFill/>
          </a:ln>
        </p:spPr>
        <p:txBody>
          <a:bodyPr anchorCtr="0" anchor="ctr" bIns="45700" lIns="45700" spcFirstLastPara="1" rIns="45700" wrap="square" tIns="45700">
            <a:normAutofit/>
          </a:bodyPr>
          <a:lstStyle>
            <a:lvl1pPr indent="-342900" lvl="0" marL="457200" algn="l">
              <a:lnSpc>
                <a:spcPct val="100000"/>
              </a:lnSpc>
              <a:spcBef>
                <a:spcPts val="60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9" name="Google Shape;39;p18"/>
          <p:cNvSpPr txBox="1"/>
          <p:nvPr>
            <p:ph idx="12" type="sldNum"/>
          </p:nvPr>
        </p:nvSpPr>
        <p:spPr>
          <a:xfrm>
            <a:off x="10833009" y="5950267"/>
            <a:ext cx="232170" cy="2311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BFBFBF"/>
              </a:buClr>
              <a:buSzPts val="900"/>
              <a:buFont typeface="Century Gothic"/>
              <a:buNone/>
              <a:defRPr/>
            </a:lvl1pPr>
            <a:lvl2pPr indent="0" lvl="1" marL="0" algn="r">
              <a:lnSpc>
                <a:spcPct val="100000"/>
              </a:lnSpc>
              <a:spcBef>
                <a:spcPts val="0"/>
              </a:spcBef>
              <a:spcAft>
                <a:spcPts val="0"/>
              </a:spcAft>
              <a:buClr>
                <a:srgbClr val="BFBFBF"/>
              </a:buClr>
              <a:buSzPts val="900"/>
              <a:buFont typeface="Century Gothic"/>
              <a:buNone/>
              <a:defRPr/>
            </a:lvl2pPr>
            <a:lvl3pPr indent="0" lvl="2" marL="0" algn="r">
              <a:lnSpc>
                <a:spcPct val="100000"/>
              </a:lnSpc>
              <a:spcBef>
                <a:spcPts val="0"/>
              </a:spcBef>
              <a:spcAft>
                <a:spcPts val="0"/>
              </a:spcAft>
              <a:buClr>
                <a:srgbClr val="BFBFBF"/>
              </a:buClr>
              <a:buSzPts val="900"/>
              <a:buFont typeface="Century Gothic"/>
              <a:buNone/>
              <a:defRPr/>
            </a:lvl3pPr>
            <a:lvl4pPr indent="0" lvl="3" marL="0" algn="r">
              <a:lnSpc>
                <a:spcPct val="100000"/>
              </a:lnSpc>
              <a:spcBef>
                <a:spcPts val="0"/>
              </a:spcBef>
              <a:spcAft>
                <a:spcPts val="0"/>
              </a:spcAft>
              <a:buClr>
                <a:srgbClr val="BFBFBF"/>
              </a:buClr>
              <a:buSzPts val="900"/>
              <a:buFont typeface="Century Gothic"/>
              <a:buNone/>
              <a:defRPr/>
            </a:lvl4pPr>
            <a:lvl5pPr indent="0" lvl="4" marL="0" algn="r">
              <a:lnSpc>
                <a:spcPct val="100000"/>
              </a:lnSpc>
              <a:spcBef>
                <a:spcPts val="0"/>
              </a:spcBef>
              <a:spcAft>
                <a:spcPts val="0"/>
              </a:spcAft>
              <a:buClr>
                <a:srgbClr val="BFBFBF"/>
              </a:buClr>
              <a:buSzPts val="900"/>
              <a:buFont typeface="Century Gothic"/>
              <a:buNone/>
              <a:defRPr/>
            </a:lvl5pPr>
            <a:lvl6pPr indent="0" lvl="5" marL="0" algn="r">
              <a:lnSpc>
                <a:spcPct val="100000"/>
              </a:lnSpc>
              <a:spcBef>
                <a:spcPts val="0"/>
              </a:spcBef>
              <a:spcAft>
                <a:spcPts val="0"/>
              </a:spcAft>
              <a:buClr>
                <a:srgbClr val="BFBFBF"/>
              </a:buClr>
              <a:buSzPts val="900"/>
              <a:buFont typeface="Century Gothic"/>
              <a:buNone/>
              <a:defRPr/>
            </a:lvl6pPr>
            <a:lvl7pPr indent="0" lvl="6" marL="0" algn="r">
              <a:lnSpc>
                <a:spcPct val="100000"/>
              </a:lnSpc>
              <a:spcBef>
                <a:spcPts val="0"/>
              </a:spcBef>
              <a:spcAft>
                <a:spcPts val="0"/>
              </a:spcAft>
              <a:buClr>
                <a:srgbClr val="BFBFBF"/>
              </a:buClr>
              <a:buSzPts val="900"/>
              <a:buFont typeface="Century Gothic"/>
              <a:buNone/>
              <a:defRPr/>
            </a:lvl7pPr>
            <a:lvl8pPr indent="0" lvl="7" marL="0" algn="r">
              <a:lnSpc>
                <a:spcPct val="100000"/>
              </a:lnSpc>
              <a:spcBef>
                <a:spcPts val="0"/>
              </a:spcBef>
              <a:spcAft>
                <a:spcPts val="0"/>
              </a:spcAft>
              <a:buClr>
                <a:srgbClr val="BFBFBF"/>
              </a:buClr>
              <a:buSzPts val="900"/>
              <a:buFont typeface="Century Gothic"/>
              <a:buNone/>
              <a:defRPr/>
            </a:lvl8pPr>
            <a:lvl9pPr indent="0" lvl="8" marL="0" algn="r">
              <a:lnSpc>
                <a:spcPct val="100000"/>
              </a:lnSpc>
              <a:spcBef>
                <a:spcPts val="0"/>
              </a:spcBef>
              <a:spcAft>
                <a:spcPts val="0"/>
              </a:spcAft>
              <a:buClr>
                <a:srgbClr val="BFBFBF"/>
              </a:buClr>
              <a:buSzPts val="900"/>
              <a:buFont typeface="Century Gothic"/>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40" name="Shape 40"/>
        <p:cNvGrpSpPr/>
        <p:nvPr/>
      </p:nvGrpSpPr>
      <p:grpSpPr>
        <a:xfrm>
          <a:off x="0" y="0"/>
          <a:ext cx="0" cy="0"/>
          <a:chOff x="0" y="0"/>
          <a:chExt cx="0" cy="0"/>
        </a:xfrm>
      </p:grpSpPr>
      <p:sp>
        <p:nvSpPr>
          <p:cNvPr id="41" name="Google Shape;41;p19"/>
          <p:cNvSpPr txBox="1"/>
          <p:nvPr>
            <p:ph type="title"/>
          </p:nvPr>
        </p:nvSpPr>
        <p:spPr>
          <a:xfrm>
            <a:off x="1141411" y="1600200"/>
            <a:ext cx="5334002" cy="1371600"/>
          </a:xfrm>
          <a:prstGeom prst="rect">
            <a:avLst/>
          </a:prstGeom>
          <a:noFill/>
          <a:ln>
            <a:noFill/>
          </a:ln>
        </p:spPr>
        <p:txBody>
          <a:bodyPr anchorCtr="0" anchor="b" bIns="45700" lIns="45700" spcFirstLastPara="1" rIns="45700" wrap="square" tIns="45700">
            <a:normAutofit/>
          </a:bodyPr>
          <a:lstStyle>
            <a:lvl1pPr lvl="0" algn="l">
              <a:lnSpc>
                <a:spcPct val="100000"/>
              </a:lnSpc>
              <a:spcBef>
                <a:spcPts val="0"/>
              </a:spcBef>
              <a:spcAft>
                <a:spcPts val="0"/>
              </a:spcAft>
              <a:buClr>
                <a:srgbClr val="FFFFFF"/>
              </a:buClr>
              <a:buSzPts val="2800"/>
              <a:buFont typeface="Century Gothic"/>
              <a:buNone/>
              <a:defRPr sz="2800"/>
            </a:lvl1pPr>
            <a:lvl2pPr lvl="1" algn="l">
              <a:lnSpc>
                <a:spcPct val="100000"/>
              </a:lnSpc>
              <a:spcBef>
                <a:spcPts val="0"/>
              </a:spcBef>
              <a:spcAft>
                <a:spcPts val="0"/>
              </a:spcAft>
              <a:buClr>
                <a:srgbClr val="FFFFFF"/>
              </a:buClr>
              <a:buSzPts val="1800"/>
              <a:buNone/>
              <a:defRPr/>
            </a:lvl2pPr>
            <a:lvl3pPr lvl="2" algn="l">
              <a:lnSpc>
                <a:spcPct val="100000"/>
              </a:lnSpc>
              <a:spcBef>
                <a:spcPts val="0"/>
              </a:spcBef>
              <a:spcAft>
                <a:spcPts val="0"/>
              </a:spcAft>
              <a:buClr>
                <a:srgbClr val="FFFFFF"/>
              </a:buClr>
              <a:buSzPts val="1800"/>
              <a:buNone/>
              <a:defRPr/>
            </a:lvl3pPr>
            <a:lvl4pPr lvl="3" algn="l">
              <a:lnSpc>
                <a:spcPct val="100000"/>
              </a:lnSpc>
              <a:spcBef>
                <a:spcPts val="0"/>
              </a:spcBef>
              <a:spcAft>
                <a:spcPts val="0"/>
              </a:spcAft>
              <a:buClr>
                <a:srgbClr val="FFFFFF"/>
              </a:buClr>
              <a:buSzPts val="1800"/>
              <a:buNone/>
              <a:defRPr/>
            </a:lvl4pPr>
            <a:lvl5pPr lvl="4" algn="l">
              <a:lnSpc>
                <a:spcPct val="100000"/>
              </a:lnSpc>
              <a:spcBef>
                <a:spcPts val="0"/>
              </a:spcBef>
              <a:spcAft>
                <a:spcPts val="0"/>
              </a:spcAft>
              <a:buClr>
                <a:srgbClr val="FFFFFF"/>
              </a:buClr>
              <a:buSzPts val="1800"/>
              <a:buNone/>
              <a:defRPr/>
            </a:lvl5pPr>
            <a:lvl6pPr lvl="5" algn="l">
              <a:lnSpc>
                <a:spcPct val="100000"/>
              </a:lnSpc>
              <a:spcBef>
                <a:spcPts val="0"/>
              </a:spcBef>
              <a:spcAft>
                <a:spcPts val="0"/>
              </a:spcAft>
              <a:buClr>
                <a:srgbClr val="FFFFFF"/>
              </a:buClr>
              <a:buSzPts val="1800"/>
              <a:buNone/>
              <a:defRPr/>
            </a:lvl6pPr>
            <a:lvl7pPr lvl="6" algn="l">
              <a:lnSpc>
                <a:spcPct val="100000"/>
              </a:lnSpc>
              <a:spcBef>
                <a:spcPts val="0"/>
              </a:spcBef>
              <a:spcAft>
                <a:spcPts val="0"/>
              </a:spcAft>
              <a:buClr>
                <a:srgbClr val="FFFFFF"/>
              </a:buClr>
              <a:buSzPts val="1800"/>
              <a:buNone/>
              <a:defRPr/>
            </a:lvl7pPr>
            <a:lvl8pPr lvl="7" algn="l">
              <a:lnSpc>
                <a:spcPct val="100000"/>
              </a:lnSpc>
              <a:spcBef>
                <a:spcPts val="0"/>
              </a:spcBef>
              <a:spcAft>
                <a:spcPts val="0"/>
              </a:spcAft>
              <a:buClr>
                <a:srgbClr val="FFFFFF"/>
              </a:buClr>
              <a:buSzPts val="1800"/>
              <a:buNone/>
              <a:defRPr/>
            </a:lvl8pPr>
            <a:lvl9pPr lvl="8" algn="l">
              <a:lnSpc>
                <a:spcPct val="100000"/>
              </a:lnSpc>
              <a:spcBef>
                <a:spcPts val="0"/>
              </a:spcBef>
              <a:spcAft>
                <a:spcPts val="0"/>
              </a:spcAft>
              <a:buClr>
                <a:srgbClr val="FFFFFF"/>
              </a:buClr>
              <a:buSzPts val="1800"/>
              <a:buNone/>
              <a:defRPr/>
            </a:lvl9pPr>
          </a:lstStyle>
          <a:p/>
        </p:txBody>
      </p:sp>
      <p:sp>
        <p:nvSpPr>
          <p:cNvPr id="42" name="Google Shape;42;p19"/>
          <p:cNvSpPr/>
          <p:nvPr>
            <p:ph idx="2" type="pic"/>
          </p:nvPr>
        </p:nvSpPr>
        <p:spPr>
          <a:xfrm>
            <a:off x="7433733" y="-18289"/>
            <a:ext cx="3276599" cy="6903721"/>
          </a:xfrm>
          <a:prstGeom prst="rect">
            <a:avLst/>
          </a:prstGeom>
          <a:noFill/>
          <a:ln cap="flat" cmpd="sng" w="38100">
            <a:solidFill>
              <a:srgbClr val="2F353D"/>
            </a:solidFill>
            <a:prstDash val="solid"/>
            <a:round/>
            <a:headEnd len="sm" w="sm" type="none"/>
            <a:tailEnd len="sm" w="sm" type="none"/>
          </a:ln>
        </p:spPr>
      </p:sp>
      <p:sp>
        <p:nvSpPr>
          <p:cNvPr id="43" name="Google Shape;43;p19"/>
          <p:cNvSpPr txBox="1"/>
          <p:nvPr>
            <p:ph idx="1" type="body"/>
          </p:nvPr>
        </p:nvSpPr>
        <p:spPr>
          <a:xfrm>
            <a:off x="1141411" y="2971800"/>
            <a:ext cx="5334002" cy="1828800"/>
          </a:xfrm>
          <a:prstGeom prst="rect">
            <a:avLst/>
          </a:prstGeom>
          <a:noFill/>
          <a:ln>
            <a:noFill/>
          </a:ln>
        </p:spPr>
        <p:txBody>
          <a:bodyPr anchorCtr="0" anchor="ctr" bIns="45700" lIns="45700" spcFirstLastPara="1" rIns="45700" wrap="square" tIns="45700">
            <a:normAutofit/>
          </a:bodyPr>
          <a:lstStyle>
            <a:lvl1pPr indent="-228600" lvl="0" marL="457200" algn="l">
              <a:lnSpc>
                <a:spcPct val="100000"/>
              </a:lnSpc>
              <a:spcBef>
                <a:spcPts val="600"/>
              </a:spcBef>
              <a:spcAft>
                <a:spcPts val="0"/>
              </a:spcAft>
              <a:buClr>
                <a:srgbClr val="FFFFFF"/>
              </a:buClr>
              <a:buSzPts val="1800"/>
              <a:buFont typeface="Century Gothic"/>
              <a:buNone/>
              <a:defRPr sz="1800"/>
            </a:lvl1pPr>
            <a:lvl2pPr indent="-228600" lvl="1" marL="914400" algn="l">
              <a:lnSpc>
                <a:spcPct val="100000"/>
              </a:lnSpc>
              <a:spcBef>
                <a:spcPts val="600"/>
              </a:spcBef>
              <a:spcAft>
                <a:spcPts val="0"/>
              </a:spcAft>
              <a:buClr>
                <a:srgbClr val="FFFFFF"/>
              </a:buClr>
              <a:buSzPts val="1800"/>
              <a:buFont typeface="Century Gothic"/>
              <a:buNone/>
              <a:defRPr sz="1800"/>
            </a:lvl2pPr>
            <a:lvl3pPr indent="-228600" lvl="2" marL="1371600" algn="l">
              <a:lnSpc>
                <a:spcPct val="100000"/>
              </a:lnSpc>
              <a:spcBef>
                <a:spcPts val="600"/>
              </a:spcBef>
              <a:spcAft>
                <a:spcPts val="0"/>
              </a:spcAft>
              <a:buClr>
                <a:srgbClr val="FFFFFF"/>
              </a:buClr>
              <a:buSzPts val="1800"/>
              <a:buFont typeface="Century Gothic"/>
              <a:buNone/>
              <a:defRPr sz="1800"/>
            </a:lvl3pPr>
            <a:lvl4pPr indent="-228600" lvl="3" marL="1828800" algn="l">
              <a:lnSpc>
                <a:spcPct val="100000"/>
              </a:lnSpc>
              <a:spcBef>
                <a:spcPts val="600"/>
              </a:spcBef>
              <a:spcAft>
                <a:spcPts val="0"/>
              </a:spcAft>
              <a:buClr>
                <a:srgbClr val="FFFFFF"/>
              </a:buClr>
              <a:buSzPts val="1800"/>
              <a:buFont typeface="Century Gothic"/>
              <a:buNone/>
              <a:defRPr sz="1800"/>
            </a:lvl4pPr>
            <a:lvl5pPr indent="-228600" lvl="4" marL="2286000" algn="l">
              <a:lnSpc>
                <a:spcPct val="100000"/>
              </a:lnSpc>
              <a:spcBef>
                <a:spcPts val="600"/>
              </a:spcBef>
              <a:spcAft>
                <a:spcPts val="0"/>
              </a:spcAft>
              <a:buClr>
                <a:srgbClr val="FFFFFF"/>
              </a:buClr>
              <a:buSzPts val="1800"/>
              <a:buFont typeface="Century Gothic"/>
              <a:buNone/>
              <a:defRPr sz="1800"/>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44" name="Google Shape;44;p19"/>
          <p:cNvSpPr txBox="1"/>
          <p:nvPr>
            <p:ph idx="12" type="sldNum"/>
          </p:nvPr>
        </p:nvSpPr>
        <p:spPr>
          <a:xfrm>
            <a:off x="10833009" y="5950267"/>
            <a:ext cx="232170" cy="2311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BFBFBF"/>
              </a:buClr>
              <a:buSzPts val="900"/>
              <a:buFont typeface="Century Gothic"/>
              <a:buNone/>
              <a:defRPr/>
            </a:lvl1pPr>
            <a:lvl2pPr indent="0" lvl="1" marL="0" algn="r">
              <a:lnSpc>
                <a:spcPct val="100000"/>
              </a:lnSpc>
              <a:spcBef>
                <a:spcPts val="0"/>
              </a:spcBef>
              <a:spcAft>
                <a:spcPts val="0"/>
              </a:spcAft>
              <a:buClr>
                <a:srgbClr val="BFBFBF"/>
              </a:buClr>
              <a:buSzPts val="900"/>
              <a:buFont typeface="Century Gothic"/>
              <a:buNone/>
              <a:defRPr/>
            </a:lvl2pPr>
            <a:lvl3pPr indent="0" lvl="2" marL="0" algn="r">
              <a:lnSpc>
                <a:spcPct val="100000"/>
              </a:lnSpc>
              <a:spcBef>
                <a:spcPts val="0"/>
              </a:spcBef>
              <a:spcAft>
                <a:spcPts val="0"/>
              </a:spcAft>
              <a:buClr>
                <a:srgbClr val="BFBFBF"/>
              </a:buClr>
              <a:buSzPts val="900"/>
              <a:buFont typeface="Century Gothic"/>
              <a:buNone/>
              <a:defRPr/>
            </a:lvl3pPr>
            <a:lvl4pPr indent="0" lvl="3" marL="0" algn="r">
              <a:lnSpc>
                <a:spcPct val="100000"/>
              </a:lnSpc>
              <a:spcBef>
                <a:spcPts val="0"/>
              </a:spcBef>
              <a:spcAft>
                <a:spcPts val="0"/>
              </a:spcAft>
              <a:buClr>
                <a:srgbClr val="BFBFBF"/>
              </a:buClr>
              <a:buSzPts val="900"/>
              <a:buFont typeface="Century Gothic"/>
              <a:buNone/>
              <a:defRPr/>
            </a:lvl4pPr>
            <a:lvl5pPr indent="0" lvl="4" marL="0" algn="r">
              <a:lnSpc>
                <a:spcPct val="100000"/>
              </a:lnSpc>
              <a:spcBef>
                <a:spcPts val="0"/>
              </a:spcBef>
              <a:spcAft>
                <a:spcPts val="0"/>
              </a:spcAft>
              <a:buClr>
                <a:srgbClr val="BFBFBF"/>
              </a:buClr>
              <a:buSzPts val="900"/>
              <a:buFont typeface="Century Gothic"/>
              <a:buNone/>
              <a:defRPr/>
            </a:lvl5pPr>
            <a:lvl6pPr indent="0" lvl="5" marL="0" algn="r">
              <a:lnSpc>
                <a:spcPct val="100000"/>
              </a:lnSpc>
              <a:spcBef>
                <a:spcPts val="0"/>
              </a:spcBef>
              <a:spcAft>
                <a:spcPts val="0"/>
              </a:spcAft>
              <a:buClr>
                <a:srgbClr val="BFBFBF"/>
              </a:buClr>
              <a:buSzPts val="900"/>
              <a:buFont typeface="Century Gothic"/>
              <a:buNone/>
              <a:defRPr/>
            </a:lvl6pPr>
            <a:lvl7pPr indent="0" lvl="6" marL="0" algn="r">
              <a:lnSpc>
                <a:spcPct val="100000"/>
              </a:lnSpc>
              <a:spcBef>
                <a:spcPts val="0"/>
              </a:spcBef>
              <a:spcAft>
                <a:spcPts val="0"/>
              </a:spcAft>
              <a:buClr>
                <a:srgbClr val="BFBFBF"/>
              </a:buClr>
              <a:buSzPts val="900"/>
              <a:buFont typeface="Century Gothic"/>
              <a:buNone/>
              <a:defRPr/>
            </a:lvl7pPr>
            <a:lvl8pPr indent="0" lvl="7" marL="0" algn="r">
              <a:lnSpc>
                <a:spcPct val="100000"/>
              </a:lnSpc>
              <a:spcBef>
                <a:spcPts val="0"/>
              </a:spcBef>
              <a:spcAft>
                <a:spcPts val="0"/>
              </a:spcAft>
              <a:buClr>
                <a:srgbClr val="BFBFBF"/>
              </a:buClr>
              <a:buSzPts val="900"/>
              <a:buFont typeface="Century Gothic"/>
              <a:buNone/>
              <a:defRPr/>
            </a:lvl8pPr>
            <a:lvl9pPr indent="0" lvl="8" marL="0" algn="r">
              <a:lnSpc>
                <a:spcPct val="100000"/>
              </a:lnSpc>
              <a:spcBef>
                <a:spcPts val="0"/>
              </a:spcBef>
              <a:spcAft>
                <a:spcPts val="0"/>
              </a:spcAft>
              <a:buClr>
                <a:srgbClr val="BFBFBF"/>
              </a:buClr>
              <a:buSzPts val="900"/>
              <a:buFont typeface="Century Gothic"/>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45" name="Shape 45"/>
        <p:cNvGrpSpPr/>
        <p:nvPr/>
      </p:nvGrpSpPr>
      <p:grpSpPr>
        <a:xfrm>
          <a:off x="0" y="0"/>
          <a:ext cx="0" cy="0"/>
          <a:chOff x="0" y="0"/>
          <a:chExt cx="0" cy="0"/>
        </a:xfrm>
      </p:grpSpPr>
      <p:sp>
        <p:nvSpPr>
          <p:cNvPr id="46" name="Google Shape;46;p20"/>
          <p:cNvSpPr txBox="1"/>
          <p:nvPr>
            <p:ph type="title"/>
          </p:nvPr>
        </p:nvSpPr>
        <p:spPr>
          <a:xfrm>
            <a:off x="1141412" y="4732864"/>
            <a:ext cx="9906001" cy="566739"/>
          </a:xfrm>
          <a:prstGeom prst="rect">
            <a:avLst/>
          </a:prstGeom>
          <a:noFill/>
          <a:ln>
            <a:noFill/>
          </a:ln>
        </p:spPr>
        <p:txBody>
          <a:bodyPr anchorCtr="0" anchor="b" bIns="45700" lIns="45700" spcFirstLastPara="1" rIns="45700" wrap="square" tIns="45700">
            <a:normAutofit/>
          </a:bodyPr>
          <a:lstStyle>
            <a:lvl1pPr lvl="0" algn="l">
              <a:lnSpc>
                <a:spcPct val="100000"/>
              </a:lnSpc>
              <a:spcBef>
                <a:spcPts val="0"/>
              </a:spcBef>
              <a:spcAft>
                <a:spcPts val="0"/>
              </a:spcAft>
              <a:buClr>
                <a:srgbClr val="FFFFFF"/>
              </a:buClr>
              <a:buSzPts val="2400"/>
              <a:buFont typeface="Century Gothic"/>
              <a:buNone/>
              <a:defRPr sz="2400"/>
            </a:lvl1pPr>
            <a:lvl2pPr lvl="1" algn="l">
              <a:lnSpc>
                <a:spcPct val="100000"/>
              </a:lnSpc>
              <a:spcBef>
                <a:spcPts val="0"/>
              </a:spcBef>
              <a:spcAft>
                <a:spcPts val="0"/>
              </a:spcAft>
              <a:buClr>
                <a:srgbClr val="FFFFFF"/>
              </a:buClr>
              <a:buSzPts val="1800"/>
              <a:buNone/>
              <a:defRPr/>
            </a:lvl2pPr>
            <a:lvl3pPr lvl="2" algn="l">
              <a:lnSpc>
                <a:spcPct val="100000"/>
              </a:lnSpc>
              <a:spcBef>
                <a:spcPts val="0"/>
              </a:spcBef>
              <a:spcAft>
                <a:spcPts val="0"/>
              </a:spcAft>
              <a:buClr>
                <a:srgbClr val="FFFFFF"/>
              </a:buClr>
              <a:buSzPts val="1800"/>
              <a:buNone/>
              <a:defRPr/>
            </a:lvl3pPr>
            <a:lvl4pPr lvl="3" algn="l">
              <a:lnSpc>
                <a:spcPct val="100000"/>
              </a:lnSpc>
              <a:spcBef>
                <a:spcPts val="0"/>
              </a:spcBef>
              <a:spcAft>
                <a:spcPts val="0"/>
              </a:spcAft>
              <a:buClr>
                <a:srgbClr val="FFFFFF"/>
              </a:buClr>
              <a:buSzPts val="1800"/>
              <a:buNone/>
              <a:defRPr/>
            </a:lvl4pPr>
            <a:lvl5pPr lvl="4" algn="l">
              <a:lnSpc>
                <a:spcPct val="100000"/>
              </a:lnSpc>
              <a:spcBef>
                <a:spcPts val="0"/>
              </a:spcBef>
              <a:spcAft>
                <a:spcPts val="0"/>
              </a:spcAft>
              <a:buClr>
                <a:srgbClr val="FFFFFF"/>
              </a:buClr>
              <a:buSzPts val="1800"/>
              <a:buNone/>
              <a:defRPr/>
            </a:lvl5pPr>
            <a:lvl6pPr lvl="5" algn="l">
              <a:lnSpc>
                <a:spcPct val="100000"/>
              </a:lnSpc>
              <a:spcBef>
                <a:spcPts val="0"/>
              </a:spcBef>
              <a:spcAft>
                <a:spcPts val="0"/>
              </a:spcAft>
              <a:buClr>
                <a:srgbClr val="FFFFFF"/>
              </a:buClr>
              <a:buSzPts val="1800"/>
              <a:buNone/>
              <a:defRPr/>
            </a:lvl6pPr>
            <a:lvl7pPr lvl="6" algn="l">
              <a:lnSpc>
                <a:spcPct val="100000"/>
              </a:lnSpc>
              <a:spcBef>
                <a:spcPts val="0"/>
              </a:spcBef>
              <a:spcAft>
                <a:spcPts val="0"/>
              </a:spcAft>
              <a:buClr>
                <a:srgbClr val="FFFFFF"/>
              </a:buClr>
              <a:buSzPts val="1800"/>
              <a:buNone/>
              <a:defRPr/>
            </a:lvl7pPr>
            <a:lvl8pPr lvl="7" algn="l">
              <a:lnSpc>
                <a:spcPct val="100000"/>
              </a:lnSpc>
              <a:spcBef>
                <a:spcPts val="0"/>
              </a:spcBef>
              <a:spcAft>
                <a:spcPts val="0"/>
              </a:spcAft>
              <a:buClr>
                <a:srgbClr val="FFFFFF"/>
              </a:buClr>
              <a:buSzPts val="1800"/>
              <a:buNone/>
              <a:defRPr/>
            </a:lvl8pPr>
            <a:lvl9pPr lvl="8" algn="l">
              <a:lnSpc>
                <a:spcPct val="100000"/>
              </a:lnSpc>
              <a:spcBef>
                <a:spcPts val="0"/>
              </a:spcBef>
              <a:spcAft>
                <a:spcPts val="0"/>
              </a:spcAft>
              <a:buClr>
                <a:srgbClr val="FFFFFF"/>
              </a:buClr>
              <a:buSzPts val="1800"/>
              <a:buNone/>
              <a:defRPr/>
            </a:lvl9pPr>
          </a:lstStyle>
          <a:p/>
        </p:txBody>
      </p:sp>
      <p:sp>
        <p:nvSpPr>
          <p:cNvPr id="47" name="Google Shape;47;p20"/>
          <p:cNvSpPr/>
          <p:nvPr>
            <p:ph idx="2" type="pic"/>
          </p:nvPr>
        </p:nvSpPr>
        <p:spPr>
          <a:xfrm>
            <a:off x="1979611" y="932112"/>
            <a:ext cx="8225944" cy="3164976"/>
          </a:xfrm>
          <a:prstGeom prst="rect">
            <a:avLst/>
          </a:prstGeom>
          <a:noFill/>
          <a:ln cap="flat" cmpd="sng" w="38100">
            <a:solidFill>
              <a:srgbClr val="2F353D"/>
            </a:solidFill>
            <a:prstDash val="solid"/>
            <a:round/>
            <a:headEnd len="sm" w="sm" type="none"/>
            <a:tailEnd len="sm" w="sm" type="none"/>
          </a:ln>
        </p:spPr>
      </p:sp>
      <p:sp>
        <p:nvSpPr>
          <p:cNvPr id="48" name="Google Shape;48;p20"/>
          <p:cNvSpPr txBox="1"/>
          <p:nvPr>
            <p:ph idx="1" type="body"/>
          </p:nvPr>
        </p:nvSpPr>
        <p:spPr>
          <a:xfrm>
            <a:off x="1141412" y="5299602"/>
            <a:ext cx="9906001" cy="493713"/>
          </a:xfrm>
          <a:prstGeom prst="rect">
            <a:avLst/>
          </a:prstGeom>
          <a:noFill/>
          <a:ln>
            <a:noFill/>
          </a:ln>
        </p:spPr>
        <p:txBody>
          <a:bodyPr anchorCtr="0" anchor="ctr" bIns="45700" lIns="45700" spcFirstLastPara="1" rIns="45700" wrap="square" tIns="45700">
            <a:normAutofit/>
          </a:bodyPr>
          <a:lstStyle>
            <a:lvl1pPr indent="-228600" lvl="0" marL="457200" algn="l">
              <a:lnSpc>
                <a:spcPct val="100000"/>
              </a:lnSpc>
              <a:spcBef>
                <a:spcPts val="600"/>
              </a:spcBef>
              <a:spcAft>
                <a:spcPts val="0"/>
              </a:spcAft>
              <a:buClr>
                <a:srgbClr val="FFFFFF"/>
              </a:buClr>
              <a:buSzPts val="1400"/>
              <a:buFont typeface="Century Gothic"/>
              <a:buNone/>
              <a:defRPr sz="1400"/>
            </a:lvl1pPr>
            <a:lvl2pPr indent="-228600" lvl="1" marL="914400" algn="l">
              <a:lnSpc>
                <a:spcPct val="100000"/>
              </a:lnSpc>
              <a:spcBef>
                <a:spcPts val="600"/>
              </a:spcBef>
              <a:spcAft>
                <a:spcPts val="0"/>
              </a:spcAft>
              <a:buClr>
                <a:srgbClr val="FFFFFF"/>
              </a:buClr>
              <a:buSzPts val="1400"/>
              <a:buFont typeface="Century Gothic"/>
              <a:buNone/>
              <a:defRPr sz="1400"/>
            </a:lvl2pPr>
            <a:lvl3pPr indent="-228600" lvl="2" marL="1371600" algn="l">
              <a:lnSpc>
                <a:spcPct val="100000"/>
              </a:lnSpc>
              <a:spcBef>
                <a:spcPts val="600"/>
              </a:spcBef>
              <a:spcAft>
                <a:spcPts val="0"/>
              </a:spcAft>
              <a:buClr>
                <a:srgbClr val="FFFFFF"/>
              </a:buClr>
              <a:buSzPts val="1400"/>
              <a:buFont typeface="Century Gothic"/>
              <a:buNone/>
              <a:defRPr sz="1400"/>
            </a:lvl3pPr>
            <a:lvl4pPr indent="-228600" lvl="3" marL="1828800" algn="l">
              <a:lnSpc>
                <a:spcPct val="100000"/>
              </a:lnSpc>
              <a:spcBef>
                <a:spcPts val="600"/>
              </a:spcBef>
              <a:spcAft>
                <a:spcPts val="0"/>
              </a:spcAft>
              <a:buClr>
                <a:srgbClr val="FFFFFF"/>
              </a:buClr>
              <a:buSzPts val="1400"/>
              <a:buFont typeface="Century Gothic"/>
              <a:buNone/>
              <a:defRPr sz="1400"/>
            </a:lvl4pPr>
            <a:lvl5pPr indent="-228600" lvl="4" marL="2286000" algn="l">
              <a:lnSpc>
                <a:spcPct val="100000"/>
              </a:lnSpc>
              <a:spcBef>
                <a:spcPts val="600"/>
              </a:spcBef>
              <a:spcAft>
                <a:spcPts val="0"/>
              </a:spcAft>
              <a:buClr>
                <a:srgbClr val="FFFFFF"/>
              </a:buClr>
              <a:buSzPts val="1400"/>
              <a:buFont typeface="Century Gothic"/>
              <a:buNone/>
              <a:defRPr sz="1400"/>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49" name="Google Shape;49;p20"/>
          <p:cNvSpPr txBox="1"/>
          <p:nvPr>
            <p:ph idx="12" type="sldNum"/>
          </p:nvPr>
        </p:nvSpPr>
        <p:spPr>
          <a:xfrm>
            <a:off x="10833009" y="5950267"/>
            <a:ext cx="232170" cy="2311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BFBFBF"/>
              </a:buClr>
              <a:buSzPts val="900"/>
              <a:buFont typeface="Century Gothic"/>
              <a:buNone/>
              <a:defRPr/>
            </a:lvl1pPr>
            <a:lvl2pPr indent="0" lvl="1" marL="0" algn="r">
              <a:lnSpc>
                <a:spcPct val="100000"/>
              </a:lnSpc>
              <a:spcBef>
                <a:spcPts val="0"/>
              </a:spcBef>
              <a:spcAft>
                <a:spcPts val="0"/>
              </a:spcAft>
              <a:buClr>
                <a:srgbClr val="BFBFBF"/>
              </a:buClr>
              <a:buSzPts val="900"/>
              <a:buFont typeface="Century Gothic"/>
              <a:buNone/>
              <a:defRPr/>
            </a:lvl2pPr>
            <a:lvl3pPr indent="0" lvl="2" marL="0" algn="r">
              <a:lnSpc>
                <a:spcPct val="100000"/>
              </a:lnSpc>
              <a:spcBef>
                <a:spcPts val="0"/>
              </a:spcBef>
              <a:spcAft>
                <a:spcPts val="0"/>
              </a:spcAft>
              <a:buClr>
                <a:srgbClr val="BFBFBF"/>
              </a:buClr>
              <a:buSzPts val="900"/>
              <a:buFont typeface="Century Gothic"/>
              <a:buNone/>
              <a:defRPr/>
            </a:lvl3pPr>
            <a:lvl4pPr indent="0" lvl="3" marL="0" algn="r">
              <a:lnSpc>
                <a:spcPct val="100000"/>
              </a:lnSpc>
              <a:spcBef>
                <a:spcPts val="0"/>
              </a:spcBef>
              <a:spcAft>
                <a:spcPts val="0"/>
              </a:spcAft>
              <a:buClr>
                <a:srgbClr val="BFBFBF"/>
              </a:buClr>
              <a:buSzPts val="900"/>
              <a:buFont typeface="Century Gothic"/>
              <a:buNone/>
              <a:defRPr/>
            </a:lvl4pPr>
            <a:lvl5pPr indent="0" lvl="4" marL="0" algn="r">
              <a:lnSpc>
                <a:spcPct val="100000"/>
              </a:lnSpc>
              <a:spcBef>
                <a:spcPts val="0"/>
              </a:spcBef>
              <a:spcAft>
                <a:spcPts val="0"/>
              </a:spcAft>
              <a:buClr>
                <a:srgbClr val="BFBFBF"/>
              </a:buClr>
              <a:buSzPts val="900"/>
              <a:buFont typeface="Century Gothic"/>
              <a:buNone/>
              <a:defRPr/>
            </a:lvl5pPr>
            <a:lvl6pPr indent="0" lvl="5" marL="0" algn="r">
              <a:lnSpc>
                <a:spcPct val="100000"/>
              </a:lnSpc>
              <a:spcBef>
                <a:spcPts val="0"/>
              </a:spcBef>
              <a:spcAft>
                <a:spcPts val="0"/>
              </a:spcAft>
              <a:buClr>
                <a:srgbClr val="BFBFBF"/>
              </a:buClr>
              <a:buSzPts val="900"/>
              <a:buFont typeface="Century Gothic"/>
              <a:buNone/>
              <a:defRPr/>
            </a:lvl6pPr>
            <a:lvl7pPr indent="0" lvl="6" marL="0" algn="r">
              <a:lnSpc>
                <a:spcPct val="100000"/>
              </a:lnSpc>
              <a:spcBef>
                <a:spcPts val="0"/>
              </a:spcBef>
              <a:spcAft>
                <a:spcPts val="0"/>
              </a:spcAft>
              <a:buClr>
                <a:srgbClr val="BFBFBF"/>
              </a:buClr>
              <a:buSzPts val="900"/>
              <a:buFont typeface="Century Gothic"/>
              <a:buNone/>
              <a:defRPr/>
            </a:lvl7pPr>
            <a:lvl8pPr indent="0" lvl="7" marL="0" algn="r">
              <a:lnSpc>
                <a:spcPct val="100000"/>
              </a:lnSpc>
              <a:spcBef>
                <a:spcPts val="0"/>
              </a:spcBef>
              <a:spcAft>
                <a:spcPts val="0"/>
              </a:spcAft>
              <a:buClr>
                <a:srgbClr val="BFBFBF"/>
              </a:buClr>
              <a:buSzPts val="900"/>
              <a:buFont typeface="Century Gothic"/>
              <a:buNone/>
              <a:defRPr/>
            </a:lvl8pPr>
            <a:lvl9pPr indent="0" lvl="8" marL="0" algn="r">
              <a:lnSpc>
                <a:spcPct val="100000"/>
              </a:lnSpc>
              <a:spcBef>
                <a:spcPts val="0"/>
              </a:spcBef>
              <a:spcAft>
                <a:spcPts val="0"/>
              </a:spcAft>
              <a:buClr>
                <a:srgbClr val="BFBFBF"/>
              </a:buClr>
              <a:buSzPts val="900"/>
              <a:buFont typeface="Century Gothic"/>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50" name="Shape 50"/>
        <p:cNvGrpSpPr/>
        <p:nvPr/>
      </p:nvGrpSpPr>
      <p:grpSpPr>
        <a:xfrm>
          <a:off x="0" y="0"/>
          <a:ext cx="0" cy="0"/>
          <a:chOff x="0" y="0"/>
          <a:chExt cx="0" cy="0"/>
        </a:xfrm>
      </p:grpSpPr>
      <p:sp>
        <p:nvSpPr>
          <p:cNvPr id="51" name="Google Shape;51;p21"/>
          <p:cNvSpPr txBox="1"/>
          <p:nvPr>
            <p:ph type="title"/>
          </p:nvPr>
        </p:nvSpPr>
        <p:spPr>
          <a:xfrm>
            <a:off x="1141412" y="609601"/>
            <a:ext cx="9906000" cy="3124200"/>
          </a:xfrm>
          <a:prstGeom prst="rect">
            <a:avLst/>
          </a:prstGeom>
          <a:noFill/>
          <a:ln>
            <a:noFill/>
          </a:ln>
        </p:spPr>
        <p:txBody>
          <a:bodyPr anchorCtr="0" anchor="ctr" bIns="45700" lIns="45700" spcFirstLastPara="1" rIns="45700" wrap="square" tIns="45700">
            <a:normAutofit/>
          </a:bodyPr>
          <a:lstStyle>
            <a:lvl1pPr lvl="0" algn="l">
              <a:lnSpc>
                <a:spcPct val="100000"/>
              </a:lnSpc>
              <a:spcBef>
                <a:spcPts val="0"/>
              </a:spcBef>
              <a:spcAft>
                <a:spcPts val="0"/>
              </a:spcAft>
              <a:buClr>
                <a:srgbClr val="FFFFFF"/>
              </a:buClr>
              <a:buSzPts val="1800"/>
              <a:buNone/>
              <a:defRPr/>
            </a:lvl1pPr>
            <a:lvl2pPr lvl="1" algn="l">
              <a:lnSpc>
                <a:spcPct val="100000"/>
              </a:lnSpc>
              <a:spcBef>
                <a:spcPts val="0"/>
              </a:spcBef>
              <a:spcAft>
                <a:spcPts val="0"/>
              </a:spcAft>
              <a:buClr>
                <a:srgbClr val="FFFFFF"/>
              </a:buClr>
              <a:buSzPts val="1800"/>
              <a:buNone/>
              <a:defRPr/>
            </a:lvl2pPr>
            <a:lvl3pPr lvl="2" algn="l">
              <a:lnSpc>
                <a:spcPct val="100000"/>
              </a:lnSpc>
              <a:spcBef>
                <a:spcPts val="0"/>
              </a:spcBef>
              <a:spcAft>
                <a:spcPts val="0"/>
              </a:spcAft>
              <a:buClr>
                <a:srgbClr val="FFFFFF"/>
              </a:buClr>
              <a:buSzPts val="1800"/>
              <a:buNone/>
              <a:defRPr/>
            </a:lvl3pPr>
            <a:lvl4pPr lvl="3" algn="l">
              <a:lnSpc>
                <a:spcPct val="100000"/>
              </a:lnSpc>
              <a:spcBef>
                <a:spcPts val="0"/>
              </a:spcBef>
              <a:spcAft>
                <a:spcPts val="0"/>
              </a:spcAft>
              <a:buClr>
                <a:srgbClr val="FFFFFF"/>
              </a:buClr>
              <a:buSzPts val="1800"/>
              <a:buNone/>
              <a:defRPr/>
            </a:lvl4pPr>
            <a:lvl5pPr lvl="4" algn="l">
              <a:lnSpc>
                <a:spcPct val="100000"/>
              </a:lnSpc>
              <a:spcBef>
                <a:spcPts val="0"/>
              </a:spcBef>
              <a:spcAft>
                <a:spcPts val="0"/>
              </a:spcAft>
              <a:buClr>
                <a:srgbClr val="FFFFFF"/>
              </a:buClr>
              <a:buSzPts val="1800"/>
              <a:buNone/>
              <a:defRPr/>
            </a:lvl5pPr>
            <a:lvl6pPr lvl="5" algn="l">
              <a:lnSpc>
                <a:spcPct val="100000"/>
              </a:lnSpc>
              <a:spcBef>
                <a:spcPts val="0"/>
              </a:spcBef>
              <a:spcAft>
                <a:spcPts val="0"/>
              </a:spcAft>
              <a:buClr>
                <a:srgbClr val="FFFFFF"/>
              </a:buClr>
              <a:buSzPts val="1800"/>
              <a:buNone/>
              <a:defRPr/>
            </a:lvl6pPr>
            <a:lvl7pPr lvl="6" algn="l">
              <a:lnSpc>
                <a:spcPct val="100000"/>
              </a:lnSpc>
              <a:spcBef>
                <a:spcPts val="0"/>
              </a:spcBef>
              <a:spcAft>
                <a:spcPts val="0"/>
              </a:spcAft>
              <a:buClr>
                <a:srgbClr val="FFFFFF"/>
              </a:buClr>
              <a:buSzPts val="1800"/>
              <a:buNone/>
              <a:defRPr/>
            </a:lvl7pPr>
            <a:lvl8pPr lvl="7" algn="l">
              <a:lnSpc>
                <a:spcPct val="100000"/>
              </a:lnSpc>
              <a:spcBef>
                <a:spcPts val="0"/>
              </a:spcBef>
              <a:spcAft>
                <a:spcPts val="0"/>
              </a:spcAft>
              <a:buClr>
                <a:srgbClr val="FFFFFF"/>
              </a:buClr>
              <a:buSzPts val="1800"/>
              <a:buNone/>
              <a:defRPr/>
            </a:lvl8pPr>
            <a:lvl9pPr lvl="8" algn="l">
              <a:lnSpc>
                <a:spcPct val="100000"/>
              </a:lnSpc>
              <a:spcBef>
                <a:spcPts val="0"/>
              </a:spcBef>
              <a:spcAft>
                <a:spcPts val="0"/>
              </a:spcAft>
              <a:buClr>
                <a:srgbClr val="FFFFFF"/>
              </a:buClr>
              <a:buSzPts val="1800"/>
              <a:buNone/>
              <a:defRPr/>
            </a:lvl9pPr>
          </a:lstStyle>
          <a:p/>
        </p:txBody>
      </p:sp>
      <p:sp>
        <p:nvSpPr>
          <p:cNvPr id="52" name="Google Shape;52;p21"/>
          <p:cNvSpPr txBox="1"/>
          <p:nvPr>
            <p:ph idx="1" type="body"/>
          </p:nvPr>
        </p:nvSpPr>
        <p:spPr>
          <a:xfrm>
            <a:off x="1141411" y="4343400"/>
            <a:ext cx="9906001" cy="1447800"/>
          </a:xfrm>
          <a:prstGeom prst="rect">
            <a:avLst/>
          </a:prstGeom>
          <a:noFill/>
          <a:ln>
            <a:noFill/>
          </a:ln>
        </p:spPr>
        <p:txBody>
          <a:bodyPr anchorCtr="0" anchor="ctr" bIns="45700" lIns="45700" spcFirstLastPara="1" rIns="45700" wrap="square" tIns="45700">
            <a:normAutofit/>
          </a:bodyPr>
          <a:lstStyle>
            <a:lvl1pPr indent="-228600" lvl="0" marL="457200" algn="l">
              <a:lnSpc>
                <a:spcPct val="100000"/>
              </a:lnSpc>
              <a:spcBef>
                <a:spcPts val="600"/>
              </a:spcBef>
              <a:spcAft>
                <a:spcPts val="0"/>
              </a:spcAft>
              <a:buClr>
                <a:srgbClr val="FFFFFF"/>
              </a:buClr>
              <a:buSzPts val="2000"/>
              <a:buFont typeface="Century Gothic"/>
              <a:buNone/>
              <a:defRPr>
                <a:solidFill>
                  <a:srgbClr val="FFFFFF"/>
                </a:solidFill>
              </a:defRPr>
            </a:lvl1pPr>
            <a:lvl2pPr indent="-228600" lvl="1" marL="914400" algn="l">
              <a:lnSpc>
                <a:spcPct val="100000"/>
              </a:lnSpc>
              <a:spcBef>
                <a:spcPts val="600"/>
              </a:spcBef>
              <a:spcAft>
                <a:spcPts val="0"/>
              </a:spcAft>
              <a:buClr>
                <a:srgbClr val="FFFFFF"/>
              </a:buClr>
              <a:buSzPts val="2000"/>
              <a:buFont typeface="Century Gothic"/>
              <a:buNone/>
              <a:defRPr>
                <a:solidFill>
                  <a:srgbClr val="FFFFFF"/>
                </a:solidFill>
              </a:defRPr>
            </a:lvl2pPr>
            <a:lvl3pPr indent="-228600" lvl="2" marL="1371600" algn="l">
              <a:lnSpc>
                <a:spcPct val="100000"/>
              </a:lnSpc>
              <a:spcBef>
                <a:spcPts val="600"/>
              </a:spcBef>
              <a:spcAft>
                <a:spcPts val="0"/>
              </a:spcAft>
              <a:buClr>
                <a:srgbClr val="FFFFFF"/>
              </a:buClr>
              <a:buSzPts val="2000"/>
              <a:buFont typeface="Century Gothic"/>
              <a:buNone/>
              <a:defRPr>
                <a:solidFill>
                  <a:srgbClr val="FFFFFF"/>
                </a:solidFill>
              </a:defRPr>
            </a:lvl3pPr>
            <a:lvl4pPr indent="-228600" lvl="3" marL="1828800" algn="l">
              <a:lnSpc>
                <a:spcPct val="100000"/>
              </a:lnSpc>
              <a:spcBef>
                <a:spcPts val="600"/>
              </a:spcBef>
              <a:spcAft>
                <a:spcPts val="0"/>
              </a:spcAft>
              <a:buClr>
                <a:srgbClr val="FFFFFF"/>
              </a:buClr>
              <a:buSzPts val="2000"/>
              <a:buFont typeface="Century Gothic"/>
              <a:buNone/>
              <a:defRPr>
                <a:solidFill>
                  <a:srgbClr val="FFFFFF"/>
                </a:solidFill>
              </a:defRPr>
            </a:lvl4pPr>
            <a:lvl5pPr indent="-228600" lvl="4" marL="2286000" algn="l">
              <a:lnSpc>
                <a:spcPct val="100000"/>
              </a:lnSpc>
              <a:spcBef>
                <a:spcPts val="600"/>
              </a:spcBef>
              <a:spcAft>
                <a:spcPts val="0"/>
              </a:spcAft>
              <a:buClr>
                <a:srgbClr val="FFFFFF"/>
              </a:buClr>
              <a:buSzPts val="2000"/>
              <a:buFont typeface="Century Gothic"/>
              <a:buNone/>
              <a:defRPr>
                <a:solidFill>
                  <a:srgbClr val="FFFFFF"/>
                </a:solidFil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3" name="Google Shape;53;p21"/>
          <p:cNvSpPr txBox="1"/>
          <p:nvPr>
            <p:ph idx="12" type="sldNum"/>
          </p:nvPr>
        </p:nvSpPr>
        <p:spPr>
          <a:xfrm>
            <a:off x="10833009" y="5950267"/>
            <a:ext cx="232170" cy="2311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BFBFBF"/>
              </a:buClr>
              <a:buSzPts val="900"/>
              <a:buFont typeface="Century Gothic"/>
              <a:buNone/>
              <a:defRPr/>
            </a:lvl1pPr>
            <a:lvl2pPr indent="0" lvl="1" marL="0" algn="r">
              <a:lnSpc>
                <a:spcPct val="100000"/>
              </a:lnSpc>
              <a:spcBef>
                <a:spcPts val="0"/>
              </a:spcBef>
              <a:spcAft>
                <a:spcPts val="0"/>
              </a:spcAft>
              <a:buClr>
                <a:srgbClr val="BFBFBF"/>
              </a:buClr>
              <a:buSzPts val="900"/>
              <a:buFont typeface="Century Gothic"/>
              <a:buNone/>
              <a:defRPr/>
            </a:lvl2pPr>
            <a:lvl3pPr indent="0" lvl="2" marL="0" algn="r">
              <a:lnSpc>
                <a:spcPct val="100000"/>
              </a:lnSpc>
              <a:spcBef>
                <a:spcPts val="0"/>
              </a:spcBef>
              <a:spcAft>
                <a:spcPts val="0"/>
              </a:spcAft>
              <a:buClr>
                <a:srgbClr val="BFBFBF"/>
              </a:buClr>
              <a:buSzPts val="900"/>
              <a:buFont typeface="Century Gothic"/>
              <a:buNone/>
              <a:defRPr/>
            </a:lvl3pPr>
            <a:lvl4pPr indent="0" lvl="3" marL="0" algn="r">
              <a:lnSpc>
                <a:spcPct val="100000"/>
              </a:lnSpc>
              <a:spcBef>
                <a:spcPts val="0"/>
              </a:spcBef>
              <a:spcAft>
                <a:spcPts val="0"/>
              </a:spcAft>
              <a:buClr>
                <a:srgbClr val="BFBFBF"/>
              </a:buClr>
              <a:buSzPts val="900"/>
              <a:buFont typeface="Century Gothic"/>
              <a:buNone/>
              <a:defRPr/>
            </a:lvl4pPr>
            <a:lvl5pPr indent="0" lvl="4" marL="0" algn="r">
              <a:lnSpc>
                <a:spcPct val="100000"/>
              </a:lnSpc>
              <a:spcBef>
                <a:spcPts val="0"/>
              </a:spcBef>
              <a:spcAft>
                <a:spcPts val="0"/>
              </a:spcAft>
              <a:buClr>
                <a:srgbClr val="BFBFBF"/>
              </a:buClr>
              <a:buSzPts val="900"/>
              <a:buFont typeface="Century Gothic"/>
              <a:buNone/>
              <a:defRPr/>
            </a:lvl5pPr>
            <a:lvl6pPr indent="0" lvl="5" marL="0" algn="r">
              <a:lnSpc>
                <a:spcPct val="100000"/>
              </a:lnSpc>
              <a:spcBef>
                <a:spcPts val="0"/>
              </a:spcBef>
              <a:spcAft>
                <a:spcPts val="0"/>
              </a:spcAft>
              <a:buClr>
                <a:srgbClr val="BFBFBF"/>
              </a:buClr>
              <a:buSzPts val="900"/>
              <a:buFont typeface="Century Gothic"/>
              <a:buNone/>
              <a:defRPr/>
            </a:lvl6pPr>
            <a:lvl7pPr indent="0" lvl="6" marL="0" algn="r">
              <a:lnSpc>
                <a:spcPct val="100000"/>
              </a:lnSpc>
              <a:spcBef>
                <a:spcPts val="0"/>
              </a:spcBef>
              <a:spcAft>
                <a:spcPts val="0"/>
              </a:spcAft>
              <a:buClr>
                <a:srgbClr val="BFBFBF"/>
              </a:buClr>
              <a:buSzPts val="900"/>
              <a:buFont typeface="Century Gothic"/>
              <a:buNone/>
              <a:defRPr/>
            </a:lvl7pPr>
            <a:lvl8pPr indent="0" lvl="7" marL="0" algn="r">
              <a:lnSpc>
                <a:spcPct val="100000"/>
              </a:lnSpc>
              <a:spcBef>
                <a:spcPts val="0"/>
              </a:spcBef>
              <a:spcAft>
                <a:spcPts val="0"/>
              </a:spcAft>
              <a:buClr>
                <a:srgbClr val="BFBFBF"/>
              </a:buClr>
              <a:buSzPts val="900"/>
              <a:buFont typeface="Century Gothic"/>
              <a:buNone/>
              <a:defRPr/>
            </a:lvl8pPr>
            <a:lvl9pPr indent="0" lvl="8" marL="0" algn="r">
              <a:lnSpc>
                <a:spcPct val="100000"/>
              </a:lnSpc>
              <a:spcBef>
                <a:spcPts val="0"/>
              </a:spcBef>
              <a:spcAft>
                <a:spcPts val="0"/>
              </a:spcAft>
              <a:buClr>
                <a:srgbClr val="BFBFBF"/>
              </a:buClr>
              <a:buSzPts val="900"/>
              <a:buFont typeface="Century Gothic"/>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54" name="Shape 54"/>
        <p:cNvGrpSpPr/>
        <p:nvPr/>
      </p:nvGrpSpPr>
      <p:grpSpPr>
        <a:xfrm>
          <a:off x="0" y="0"/>
          <a:ext cx="0" cy="0"/>
          <a:chOff x="0" y="0"/>
          <a:chExt cx="0" cy="0"/>
        </a:xfrm>
      </p:grpSpPr>
      <p:sp>
        <p:nvSpPr>
          <p:cNvPr id="55" name="Google Shape;55;p22"/>
          <p:cNvSpPr txBox="1"/>
          <p:nvPr/>
        </p:nvSpPr>
        <p:spPr>
          <a:xfrm>
            <a:off x="882332" y="411192"/>
            <a:ext cx="518161" cy="1336041"/>
          </a:xfrm>
          <a:prstGeom prst="rect">
            <a:avLst/>
          </a:prstGeom>
          <a:no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chemeClr val="accent1"/>
              </a:buClr>
              <a:buSzPts val="8000"/>
              <a:buFont typeface="Century Gothic"/>
              <a:buNone/>
            </a:pPr>
            <a:r>
              <a:rPr b="0" i="0" lang="en-US" sz="8000" u="none" cap="none" strike="noStrike">
                <a:solidFill>
                  <a:schemeClr val="accent1"/>
                </a:solidFill>
                <a:latin typeface="Century Gothic"/>
                <a:ea typeface="Century Gothic"/>
                <a:cs typeface="Century Gothic"/>
                <a:sym typeface="Century Gothic"/>
              </a:rPr>
              <a:t>“</a:t>
            </a:r>
            <a:endParaRPr/>
          </a:p>
        </p:txBody>
      </p:sp>
      <p:sp>
        <p:nvSpPr>
          <p:cNvPr id="56" name="Google Shape;56;p22"/>
          <p:cNvSpPr txBox="1"/>
          <p:nvPr/>
        </p:nvSpPr>
        <p:spPr>
          <a:xfrm>
            <a:off x="10483531" y="2367568"/>
            <a:ext cx="518161" cy="1336041"/>
          </a:xfrm>
          <a:prstGeom prst="rect">
            <a:avLst/>
          </a:prstGeom>
          <a:noFill/>
          <a:ln>
            <a:noFill/>
          </a:ln>
        </p:spPr>
        <p:txBody>
          <a:bodyPr anchorCtr="0" anchor="ctr" bIns="45700" lIns="45700" spcFirstLastPara="1" rIns="45700" wrap="square" tIns="45700">
            <a:spAutoFit/>
          </a:bodyPr>
          <a:lstStyle/>
          <a:p>
            <a:pPr indent="0" lvl="0" marL="0" marR="0" rtl="0" algn="r">
              <a:lnSpc>
                <a:spcPct val="100000"/>
              </a:lnSpc>
              <a:spcBef>
                <a:spcPts val="0"/>
              </a:spcBef>
              <a:spcAft>
                <a:spcPts val="0"/>
              </a:spcAft>
              <a:buClr>
                <a:schemeClr val="accent1"/>
              </a:buClr>
              <a:buSzPts val="8000"/>
              <a:buFont typeface="Century Gothic"/>
              <a:buNone/>
            </a:pPr>
            <a:r>
              <a:rPr b="0" i="0" lang="en-US" sz="8000" u="none" cap="none" strike="noStrike">
                <a:solidFill>
                  <a:schemeClr val="accent1"/>
                </a:solidFill>
                <a:latin typeface="Century Gothic"/>
                <a:ea typeface="Century Gothic"/>
                <a:cs typeface="Century Gothic"/>
                <a:sym typeface="Century Gothic"/>
              </a:rPr>
              <a:t>”</a:t>
            </a:r>
            <a:endParaRPr/>
          </a:p>
        </p:txBody>
      </p:sp>
      <p:sp>
        <p:nvSpPr>
          <p:cNvPr id="57" name="Google Shape;57;p22"/>
          <p:cNvSpPr txBox="1"/>
          <p:nvPr>
            <p:ph type="title"/>
          </p:nvPr>
        </p:nvSpPr>
        <p:spPr>
          <a:xfrm>
            <a:off x="1446212" y="609601"/>
            <a:ext cx="9296399" cy="2743200"/>
          </a:xfrm>
          <a:prstGeom prst="rect">
            <a:avLst/>
          </a:prstGeom>
          <a:noFill/>
          <a:ln>
            <a:noFill/>
          </a:ln>
        </p:spPr>
        <p:txBody>
          <a:bodyPr anchorCtr="0" anchor="ctr" bIns="45700" lIns="45700" spcFirstLastPara="1" rIns="45700" wrap="square" tIns="45700">
            <a:normAutofit/>
          </a:bodyPr>
          <a:lstStyle>
            <a:lvl1pPr lvl="0" algn="l">
              <a:lnSpc>
                <a:spcPct val="100000"/>
              </a:lnSpc>
              <a:spcBef>
                <a:spcPts val="0"/>
              </a:spcBef>
              <a:spcAft>
                <a:spcPts val="0"/>
              </a:spcAft>
              <a:buClr>
                <a:srgbClr val="FFFFFF"/>
              </a:buClr>
              <a:buSzPts val="3200"/>
              <a:buFont typeface="Century Gothic"/>
              <a:buNone/>
              <a:defRPr>
                <a:solidFill>
                  <a:srgbClr val="FFFFFF"/>
                </a:solidFill>
              </a:defRPr>
            </a:lvl1pPr>
            <a:lvl2pPr lvl="1" algn="l">
              <a:lnSpc>
                <a:spcPct val="100000"/>
              </a:lnSpc>
              <a:spcBef>
                <a:spcPts val="0"/>
              </a:spcBef>
              <a:spcAft>
                <a:spcPts val="0"/>
              </a:spcAft>
              <a:buClr>
                <a:srgbClr val="FFFFFF"/>
              </a:buClr>
              <a:buSzPts val="1800"/>
              <a:buNone/>
              <a:defRPr/>
            </a:lvl2pPr>
            <a:lvl3pPr lvl="2" algn="l">
              <a:lnSpc>
                <a:spcPct val="100000"/>
              </a:lnSpc>
              <a:spcBef>
                <a:spcPts val="0"/>
              </a:spcBef>
              <a:spcAft>
                <a:spcPts val="0"/>
              </a:spcAft>
              <a:buClr>
                <a:srgbClr val="FFFFFF"/>
              </a:buClr>
              <a:buSzPts val="1800"/>
              <a:buNone/>
              <a:defRPr/>
            </a:lvl3pPr>
            <a:lvl4pPr lvl="3" algn="l">
              <a:lnSpc>
                <a:spcPct val="100000"/>
              </a:lnSpc>
              <a:spcBef>
                <a:spcPts val="0"/>
              </a:spcBef>
              <a:spcAft>
                <a:spcPts val="0"/>
              </a:spcAft>
              <a:buClr>
                <a:srgbClr val="FFFFFF"/>
              </a:buClr>
              <a:buSzPts val="1800"/>
              <a:buNone/>
              <a:defRPr/>
            </a:lvl4pPr>
            <a:lvl5pPr lvl="4" algn="l">
              <a:lnSpc>
                <a:spcPct val="100000"/>
              </a:lnSpc>
              <a:spcBef>
                <a:spcPts val="0"/>
              </a:spcBef>
              <a:spcAft>
                <a:spcPts val="0"/>
              </a:spcAft>
              <a:buClr>
                <a:srgbClr val="FFFFFF"/>
              </a:buClr>
              <a:buSzPts val="1800"/>
              <a:buNone/>
              <a:defRPr/>
            </a:lvl5pPr>
            <a:lvl6pPr lvl="5" algn="l">
              <a:lnSpc>
                <a:spcPct val="100000"/>
              </a:lnSpc>
              <a:spcBef>
                <a:spcPts val="0"/>
              </a:spcBef>
              <a:spcAft>
                <a:spcPts val="0"/>
              </a:spcAft>
              <a:buClr>
                <a:srgbClr val="FFFFFF"/>
              </a:buClr>
              <a:buSzPts val="1800"/>
              <a:buNone/>
              <a:defRPr/>
            </a:lvl6pPr>
            <a:lvl7pPr lvl="6" algn="l">
              <a:lnSpc>
                <a:spcPct val="100000"/>
              </a:lnSpc>
              <a:spcBef>
                <a:spcPts val="0"/>
              </a:spcBef>
              <a:spcAft>
                <a:spcPts val="0"/>
              </a:spcAft>
              <a:buClr>
                <a:srgbClr val="FFFFFF"/>
              </a:buClr>
              <a:buSzPts val="1800"/>
              <a:buNone/>
              <a:defRPr/>
            </a:lvl7pPr>
            <a:lvl8pPr lvl="7" algn="l">
              <a:lnSpc>
                <a:spcPct val="100000"/>
              </a:lnSpc>
              <a:spcBef>
                <a:spcPts val="0"/>
              </a:spcBef>
              <a:spcAft>
                <a:spcPts val="0"/>
              </a:spcAft>
              <a:buClr>
                <a:srgbClr val="FFFFFF"/>
              </a:buClr>
              <a:buSzPts val="1800"/>
              <a:buNone/>
              <a:defRPr/>
            </a:lvl8pPr>
            <a:lvl9pPr lvl="8" algn="l">
              <a:lnSpc>
                <a:spcPct val="100000"/>
              </a:lnSpc>
              <a:spcBef>
                <a:spcPts val="0"/>
              </a:spcBef>
              <a:spcAft>
                <a:spcPts val="0"/>
              </a:spcAft>
              <a:buClr>
                <a:srgbClr val="FFFFFF"/>
              </a:buClr>
              <a:buSzPts val="1800"/>
              <a:buNone/>
              <a:defRPr/>
            </a:lvl9pPr>
          </a:lstStyle>
          <a:p/>
        </p:txBody>
      </p:sp>
      <p:sp>
        <p:nvSpPr>
          <p:cNvPr id="58" name="Google Shape;58;p22"/>
          <p:cNvSpPr txBox="1"/>
          <p:nvPr>
            <p:ph idx="1" type="body"/>
          </p:nvPr>
        </p:nvSpPr>
        <p:spPr>
          <a:xfrm>
            <a:off x="1674811" y="3352800"/>
            <a:ext cx="8839204" cy="381000"/>
          </a:xfrm>
          <a:prstGeom prst="rect">
            <a:avLst/>
          </a:prstGeom>
          <a:noFill/>
          <a:ln>
            <a:noFill/>
          </a:ln>
        </p:spPr>
        <p:txBody>
          <a:bodyPr anchorCtr="0" anchor="ctr" bIns="45700" lIns="45700" spcFirstLastPara="1" rIns="45700" wrap="square" tIns="45700">
            <a:normAutofit/>
          </a:bodyPr>
          <a:lstStyle>
            <a:lvl1pPr indent="-228600" lvl="0" marL="457200" algn="l">
              <a:lnSpc>
                <a:spcPct val="100000"/>
              </a:lnSpc>
              <a:spcBef>
                <a:spcPts val="600"/>
              </a:spcBef>
              <a:spcAft>
                <a:spcPts val="0"/>
              </a:spcAft>
              <a:buClr>
                <a:srgbClr val="FFFFFF"/>
              </a:buClr>
              <a:buSzPts val="1800"/>
              <a:buNone/>
              <a:defRPr/>
            </a:lvl1pPr>
            <a:lvl2pPr indent="-228600" lvl="1" marL="914400" algn="l">
              <a:lnSpc>
                <a:spcPct val="100000"/>
              </a:lnSpc>
              <a:spcBef>
                <a:spcPts val="600"/>
              </a:spcBef>
              <a:spcAft>
                <a:spcPts val="0"/>
              </a:spcAft>
              <a:buClr>
                <a:srgbClr val="FFFFFF"/>
              </a:buClr>
              <a:buSzPts val="1800"/>
              <a:buNone/>
              <a:defRPr/>
            </a:lvl2pPr>
            <a:lvl3pPr indent="-228600" lvl="2" marL="1371600" algn="l">
              <a:lnSpc>
                <a:spcPct val="100000"/>
              </a:lnSpc>
              <a:spcBef>
                <a:spcPts val="600"/>
              </a:spcBef>
              <a:spcAft>
                <a:spcPts val="0"/>
              </a:spcAft>
              <a:buClr>
                <a:srgbClr val="FFFFFF"/>
              </a:buClr>
              <a:buSzPts val="1800"/>
              <a:buNone/>
              <a:defRPr/>
            </a:lvl3pPr>
            <a:lvl4pPr indent="-228600" lvl="3" marL="1828800" algn="l">
              <a:lnSpc>
                <a:spcPct val="100000"/>
              </a:lnSpc>
              <a:spcBef>
                <a:spcPts val="600"/>
              </a:spcBef>
              <a:spcAft>
                <a:spcPts val="0"/>
              </a:spcAft>
              <a:buClr>
                <a:srgbClr val="FFFFFF"/>
              </a:buClr>
              <a:buSzPts val="1800"/>
              <a:buNone/>
              <a:defRPr/>
            </a:lvl4pPr>
            <a:lvl5pPr indent="-228600" lvl="4" marL="2286000" algn="l">
              <a:lnSpc>
                <a:spcPct val="100000"/>
              </a:lnSpc>
              <a:spcBef>
                <a:spcPts val="600"/>
              </a:spcBef>
              <a:spcAft>
                <a:spcPts val="0"/>
              </a:spcAft>
              <a:buClr>
                <a:srgbClr val="FFFFFF"/>
              </a:buClr>
              <a:buSzPts val="1800"/>
              <a:buNone/>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9" name="Google Shape;59;p22"/>
          <p:cNvSpPr txBox="1"/>
          <p:nvPr>
            <p:ph idx="2" type="body"/>
          </p:nvPr>
        </p:nvSpPr>
        <p:spPr>
          <a:xfrm>
            <a:off x="1141411" y="4343400"/>
            <a:ext cx="9906001" cy="1447800"/>
          </a:xfrm>
          <a:prstGeom prst="rect">
            <a:avLst/>
          </a:prstGeom>
          <a:noFill/>
          <a:ln>
            <a:noFill/>
          </a:ln>
        </p:spPr>
        <p:txBody>
          <a:bodyPr anchorCtr="0" anchor="ctr" bIns="45700" lIns="45700" spcFirstLastPara="1" rIns="45700" wrap="square" tIns="45700">
            <a:normAutofit/>
          </a:bodyPr>
          <a:lstStyle>
            <a:lvl1pPr indent="-342900" lvl="0" marL="457200" algn="l">
              <a:lnSpc>
                <a:spcPct val="100000"/>
              </a:lnSpc>
              <a:spcBef>
                <a:spcPts val="60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60" name="Google Shape;60;p22"/>
          <p:cNvSpPr txBox="1"/>
          <p:nvPr>
            <p:ph idx="12" type="sldNum"/>
          </p:nvPr>
        </p:nvSpPr>
        <p:spPr>
          <a:xfrm>
            <a:off x="10833009" y="5950267"/>
            <a:ext cx="232170" cy="2311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BFBFBF"/>
              </a:buClr>
              <a:buSzPts val="900"/>
              <a:buFont typeface="Century Gothic"/>
              <a:buNone/>
              <a:defRPr/>
            </a:lvl1pPr>
            <a:lvl2pPr indent="0" lvl="1" marL="0" algn="r">
              <a:lnSpc>
                <a:spcPct val="100000"/>
              </a:lnSpc>
              <a:spcBef>
                <a:spcPts val="0"/>
              </a:spcBef>
              <a:spcAft>
                <a:spcPts val="0"/>
              </a:spcAft>
              <a:buClr>
                <a:srgbClr val="BFBFBF"/>
              </a:buClr>
              <a:buSzPts val="900"/>
              <a:buFont typeface="Century Gothic"/>
              <a:buNone/>
              <a:defRPr/>
            </a:lvl2pPr>
            <a:lvl3pPr indent="0" lvl="2" marL="0" algn="r">
              <a:lnSpc>
                <a:spcPct val="100000"/>
              </a:lnSpc>
              <a:spcBef>
                <a:spcPts val="0"/>
              </a:spcBef>
              <a:spcAft>
                <a:spcPts val="0"/>
              </a:spcAft>
              <a:buClr>
                <a:srgbClr val="BFBFBF"/>
              </a:buClr>
              <a:buSzPts val="900"/>
              <a:buFont typeface="Century Gothic"/>
              <a:buNone/>
              <a:defRPr/>
            </a:lvl3pPr>
            <a:lvl4pPr indent="0" lvl="3" marL="0" algn="r">
              <a:lnSpc>
                <a:spcPct val="100000"/>
              </a:lnSpc>
              <a:spcBef>
                <a:spcPts val="0"/>
              </a:spcBef>
              <a:spcAft>
                <a:spcPts val="0"/>
              </a:spcAft>
              <a:buClr>
                <a:srgbClr val="BFBFBF"/>
              </a:buClr>
              <a:buSzPts val="900"/>
              <a:buFont typeface="Century Gothic"/>
              <a:buNone/>
              <a:defRPr/>
            </a:lvl4pPr>
            <a:lvl5pPr indent="0" lvl="4" marL="0" algn="r">
              <a:lnSpc>
                <a:spcPct val="100000"/>
              </a:lnSpc>
              <a:spcBef>
                <a:spcPts val="0"/>
              </a:spcBef>
              <a:spcAft>
                <a:spcPts val="0"/>
              </a:spcAft>
              <a:buClr>
                <a:srgbClr val="BFBFBF"/>
              </a:buClr>
              <a:buSzPts val="900"/>
              <a:buFont typeface="Century Gothic"/>
              <a:buNone/>
              <a:defRPr/>
            </a:lvl5pPr>
            <a:lvl6pPr indent="0" lvl="5" marL="0" algn="r">
              <a:lnSpc>
                <a:spcPct val="100000"/>
              </a:lnSpc>
              <a:spcBef>
                <a:spcPts val="0"/>
              </a:spcBef>
              <a:spcAft>
                <a:spcPts val="0"/>
              </a:spcAft>
              <a:buClr>
                <a:srgbClr val="BFBFBF"/>
              </a:buClr>
              <a:buSzPts val="900"/>
              <a:buFont typeface="Century Gothic"/>
              <a:buNone/>
              <a:defRPr/>
            </a:lvl6pPr>
            <a:lvl7pPr indent="0" lvl="6" marL="0" algn="r">
              <a:lnSpc>
                <a:spcPct val="100000"/>
              </a:lnSpc>
              <a:spcBef>
                <a:spcPts val="0"/>
              </a:spcBef>
              <a:spcAft>
                <a:spcPts val="0"/>
              </a:spcAft>
              <a:buClr>
                <a:srgbClr val="BFBFBF"/>
              </a:buClr>
              <a:buSzPts val="900"/>
              <a:buFont typeface="Century Gothic"/>
              <a:buNone/>
              <a:defRPr/>
            </a:lvl7pPr>
            <a:lvl8pPr indent="0" lvl="7" marL="0" algn="r">
              <a:lnSpc>
                <a:spcPct val="100000"/>
              </a:lnSpc>
              <a:spcBef>
                <a:spcPts val="0"/>
              </a:spcBef>
              <a:spcAft>
                <a:spcPts val="0"/>
              </a:spcAft>
              <a:buClr>
                <a:srgbClr val="BFBFBF"/>
              </a:buClr>
              <a:buSzPts val="900"/>
              <a:buFont typeface="Century Gothic"/>
              <a:buNone/>
              <a:defRPr/>
            </a:lvl8pPr>
            <a:lvl9pPr indent="0" lvl="8" marL="0" algn="r">
              <a:lnSpc>
                <a:spcPct val="100000"/>
              </a:lnSpc>
              <a:spcBef>
                <a:spcPts val="0"/>
              </a:spcBef>
              <a:spcAft>
                <a:spcPts val="0"/>
              </a:spcAft>
              <a:buClr>
                <a:srgbClr val="BFBFBF"/>
              </a:buClr>
              <a:buSzPts val="900"/>
              <a:buFont typeface="Century Gothic"/>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61" name="Shape 61"/>
        <p:cNvGrpSpPr/>
        <p:nvPr/>
      </p:nvGrpSpPr>
      <p:grpSpPr>
        <a:xfrm>
          <a:off x="0" y="0"/>
          <a:ext cx="0" cy="0"/>
          <a:chOff x="0" y="0"/>
          <a:chExt cx="0" cy="0"/>
        </a:xfrm>
      </p:grpSpPr>
      <p:sp>
        <p:nvSpPr>
          <p:cNvPr id="62" name="Google Shape;62;p23"/>
          <p:cNvSpPr txBox="1"/>
          <p:nvPr>
            <p:ph type="title"/>
          </p:nvPr>
        </p:nvSpPr>
        <p:spPr>
          <a:xfrm>
            <a:off x="1141412" y="3308580"/>
            <a:ext cx="9906001" cy="1468801"/>
          </a:xfrm>
          <a:prstGeom prst="rect">
            <a:avLst/>
          </a:prstGeom>
          <a:noFill/>
          <a:ln>
            <a:noFill/>
          </a:ln>
        </p:spPr>
        <p:txBody>
          <a:bodyPr anchorCtr="0" anchor="b" bIns="45700" lIns="45700" spcFirstLastPara="1" rIns="45700" wrap="square" tIns="45700">
            <a:normAutofit/>
          </a:bodyPr>
          <a:lstStyle>
            <a:lvl1pPr lvl="0" algn="l">
              <a:lnSpc>
                <a:spcPct val="100000"/>
              </a:lnSpc>
              <a:spcBef>
                <a:spcPts val="0"/>
              </a:spcBef>
              <a:spcAft>
                <a:spcPts val="0"/>
              </a:spcAft>
              <a:buClr>
                <a:srgbClr val="FFFFFF"/>
              </a:buClr>
              <a:buSzPts val="1800"/>
              <a:buNone/>
              <a:defRPr/>
            </a:lvl1pPr>
            <a:lvl2pPr lvl="1" algn="l">
              <a:lnSpc>
                <a:spcPct val="100000"/>
              </a:lnSpc>
              <a:spcBef>
                <a:spcPts val="0"/>
              </a:spcBef>
              <a:spcAft>
                <a:spcPts val="0"/>
              </a:spcAft>
              <a:buClr>
                <a:srgbClr val="FFFFFF"/>
              </a:buClr>
              <a:buSzPts val="1800"/>
              <a:buNone/>
              <a:defRPr/>
            </a:lvl2pPr>
            <a:lvl3pPr lvl="2" algn="l">
              <a:lnSpc>
                <a:spcPct val="100000"/>
              </a:lnSpc>
              <a:spcBef>
                <a:spcPts val="0"/>
              </a:spcBef>
              <a:spcAft>
                <a:spcPts val="0"/>
              </a:spcAft>
              <a:buClr>
                <a:srgbClr val="FFFFFF"/>
              </a:buClr>
              <a:buSzPts val="1800"/>
              <a:buNone/>
              <a:defRPr/>
            </a:lvl3pPr>
            <a:lvl4pPr lvl="3" algn="l">
              <a:lnSpc>
                <a:spcPct val="100000"/>
              </a:lnSpc>
              <a:spcBef>
                <a:spcPts val="0"/>
              </a:spcBef>
              <a:spcAft>
                <a:spcPts val="0"/>
              </a:spcAft>
              <a:buClr>
                <a:srgbClr val="FFFFFF"/>
              </a:buClr>
              <a:buSzPts val="1800"/>
              <a:buNone/>
              <a:defRPr/>
            </a:lvl4pPr>
            <a:lvl5pPr lvl="4" algn="l">
              <a:lnSpc>
                <a:spcPct val="100000"/>
              </a:lnSpc>
              <a:spcBef>
                <a:spcPts val="0"/>
              </a:spcBef>
              <a:spcAft>
                <a:spcPts val="0"/>
              </a:spcAft>
              <a:buClr>
                <a:srgbClr val="FFFFFF"/>
              </a:buClr>
              <a:buSzPts val="1800"/>
              <a:buNone/>
              <a:defRPr/>
            </a:lvl5pPr>
            <a:lvl6pPr lvl="5" algn="l">
              <a:lnSpc>
                <a:spcPct val="100000"/>
              </a:lnSpc>
              <a:spcBef>
                <a:spcPts val="0"/>
              </a:spcBef>
              <a:spcAft>
                <a:spcPts val="0"/>
              </a:spcAft>
              <a:buClr>
                <a:srgbClr val="FFFFFF"/>
              </a:buClr>
              <a:buSzPts val="1800"/>
              <a:buNone/>
              <a:defRPr/>
            </a:lvl6pPr>
            <a:lvl7pPr lvl="6" algn="l">
              <a:lnSpc>
                <a:spcPct val="100000"/>
              </a:lnSpc>
              <a:spcBef>
                <a:spcPts val="0"/>
              </a:spcBef>
              <a:spcAft>
                <a:spcPts val="0"/>
              </a:spcAft>
              <a:buClr>
                <a:srgbClr val="FFFFFF"/>
              </a:buClr>
              <a:buSzPts val="1800"/>
              <a:buNone/>
              <a:defRPr/>
            </a:lvl7pPr>
            <a:lvl8pPr lvl="7" algn="l">
              <a:lnSpc>
                <a:spcPct val="100000"/>
              </a:lnSpc>
              <a:spcBef>
                <a:spcPts val="0"/>
              </a:spcBef>
              <a:spcAft>
                <a:spcPts val="0"/>
              </a:spcAft>
              <a:buClr>
                <a:srgbClr val="FFFFFF"/>
              </a:buClr>
              <a:buSzPts val="1800"/>
              <a:buNone/>
              <a:defRPr/>
            </a:lvl8pPr>
            <a:lvl9pPr lvl="8" algn="l">
              <a:lnSpc>
                <a:spcPct val="100000"/>
              </a:lnSpc>
              <a:spcBef>
                <a:spcPts val="0"/>
              </a:spcBef>
              <a:spcAft>
                <a:spcPts val="0"/>
              </a:spcAft>
              <a:buClr>
                <a:srgbClr val="FFFFFF"/>
              </a:buClr>
              <a:buSzPts val="1800"/>
              <a:buNone/>
              <a:defRPr/>
            </a:lvl9pPr>
          </a:lstStyle>
          <a:p/>
        </p:txBody>
      </p:sp>
      <p:sp>
        <p:nvSpPr>
          <p:cNvPr id="63" name="Google Shape;63;p23"/>
          <p:cNvSpPr txBox="1"/>
          <p:nvPr>
            <p:ph idx="1" type="body"/>
          </p:nvPr>
        </p:nvSpPr>
        <p:spPr>
          <a:xfrm>
            <a:off x="1141409" y="4777380"/>
            <a:ext cx="9906002" cy="860401"/>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600"/>
              </a:spcBef>
              <a:spcAft>
                <a:spcPts val="0"/>
              </a:spcAft>
              <a:buClr>
                <a:srgbClr val="FFFFFF"/>
              </a:buClr>
              <a:buSzPts val="2000"/>
              <a:buFont typeface="Century Gothic"/>
              <a:buNone/>
              <a:defRPr>
                <a:solidFill>
                  <a:srgbClr val="FFFFFF"/>
                </a:solidFill>
              </a:defRPr>
            </a:lvl1pPr>
            <a:lvl2pPr indent="-355600" lvl="1" marL="914400" algn="l">
              <a:lnSpc>
                <a:spcPct val="100000"/>
              </a:lnSpc>
              <a:spcBef>
                <a:spcPts val="600"/>
              </a:spcBef>
              <a:spcAft>
                <a:spcPts val="0"/>
              </a:spcAft>
              <a:buClr>
                <a:srgbClr val="FFFFFF"/>
              </a:buClr>
              <a:buSzPts val="2000"/>
              <a:buFont typeface="Century Gothic"/>
              <a:buChar char="•"/>
              <a:defRPr>
                <a:solidFill>
                  <a:srgbClr val="FFFFFF"/>
                </a:solidFill>
              </a:defRPr>
            </a:lvl2pPr>
            <a:lvl3pPr indent="-355600" lvl="2" marL="1371600" algn="l">
              <a:lnSpc>
                <a:spcPct val="100000"/>
              </a:lnSpc>
              <a:spcBef>
                <a:spcPts val="600"/>
              </a:spcBef>
              <a:spcAft>
                <a:spcPts val="0"/>
              </a:spcAft>
              <a:buClr>
                <a:srgbClr val="FFFFFF"/>
              </a:buClr>
              <a:buSzPts val="2000"/>
              <a:buFont typeface="Century Gothic"/>
              <a:buChar char="•"/>
              <a:defRPr>
                <a:solidFill>
                  <a:srgbClr val="FFFFFF"/>
                </a:solidFill>
              </a:defRPr>
            </a:lvl3pPr>
            <a:lvl4pPr indent="-355600" lvl="3" marL="1828800" algn="l">
              <a:lnSpc>
                <a:spcPct val="100000"/>
              </a:lnSpc>
              <a:spcBef>
                <a:spcPts val="600"/>
              </a:spcBef>
              <a:spcAft>
                <a:spcPts val="0"/>
              </a:spcAft>
              <a:buClr>
                <a:srgbClr val="FFFFFF"/>
              </a:buClr>
              <a:buSzPts val="2000"/>
              <a:buFont typeface="Century Gothic"/>
              <a:buChar char="•"/>
              <a:defRPr>
                <a:solidFill>
                  <a:srgbClr val="FFFFFF"/>
                </a:solidFill>
              </a:defRPr>
            </a:lvl4pPr>
            <a:lvl5pPr indent="-355600" lvl="4" marL="2286000" algn="l">
              <a:lnSpc>
                <a:spcPct val="100000"/>
              </a:lnSpc>
              <a:spcBef>
                <a:spcPts val="600"/>
              </a:spcBef>
              <a:spcAft>
                <a:spcPts val="0"/>
              </a:spcAft>
              <a:buClr>
                <a:srgbClr val="FFFFFF"/>
              </a:buClr>
              <a:buSzPts val="2000"/>
              <a:buFont typeface="Century Gothic"/>
              <a:buChar char="•"/>
              <a:defRPr>
                <a:solidFill>
                  <a:srgbClr val="FFFFFF"/>
                </a:solidFil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64" name="Google Shape;64;p23"/>
          <p:cNvSpPr txBox="1"/>
          <p:nvPr>
            <p:ph idx="12" type="sldNum"/>
          </p:nvPr>
        </p:nvSpPr>
        <p:spPr>
          <a:xfrm>
            <a:off x="10833009" y="5950267"/>
            <a:ext cx="232170" cy="2311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BFBFBF"/>
              </a:buClr>
              <a:buSzPts val="900"/>
              <a:buFont typeface="Century Gothic"/>
              <a:buNone/>
              <a:defRPr/>
            </a:lvl1pPr>
            <a:lvl2pPr indent="0" lvl="1" marL="0" algn="r">
              <a:lnSpc>
                <a:spcPct val="100000"/>
              </a:lnSpc>
              <a:spcBef>
                <a:spcPts val="0"/>
              </a:spcBef>
              <a:spcAft>
                <a:spcPts val="0"/>
              </a:spcAft>
              <a:buClr>
                <a:srgbClr val="BFBFBF"/>
              </a:buClr>
              <a:buSzPts val="900"/>
              <a:buFont typeface="Century Gothic"/>
              <a:buNone/>
              <a:defRPr/>
            </a:lvl2pPr>
            <a:lvl3pPr indent="0" lvl="2" marL="0" algn="r">
              <a:lnSpc>
                <a:spcPct val="100000"/>
              </a:lnSpc>
              <a:spcBef>
                <a:spcPts val="0"/>
              </a:spcBef>
              <a:spcAft>
                <a:spcPts val="0"/>
              </a:spcAft>
              <a:buClr>
                <a:srgbClr val="BFBFBF"/>
              </a:buClr>
              <a:buSzPts val="900"/>
              <a:buFont typeface="Century Gothic"/>
              <a:buNone/>
              <a:defRPr/>
            </a:lvl3pPr>
            <a:lvl4pPr indent="0" lvl="3" marL="0" algn="r">
              <a:lnSpc>
                <a:spcPct val="100000"/>
              </a:lnSpc>
              <a:spcBef>
                <a:spcPts val="0"/>
              </a:spcBef>
              <a:spcAft>
                <a:spcPts val="0"/>
              </a:spcAft>
              <a:buClr>
                <a:srgbClr val="BFBFBF"/>
              </a:buClr>
              <a:buSzPts val="900"/>
              <a:buFont typeface="Century Gothic"/>
              <a:buNone/>
              <a:defRPr/>
            </a:lvl4pPr>
            <a:lvl5pPr indent="0" lvl="4" marL="0" algn="r">
              <a:lnSpc>
                <a:spcPct val="100000"/>
              </a:lnSpc>
              <a:spcBef>
                <a:spcPts val="0"/>
              </a:spcBef>
              <a:spcAft>
                <a:spcPts val="0"/>
              </a:spcAft>
              <a:buClr>
                <a:srgbClr val="BFBFBF"/>
              </a:buClr>
              <a:buSzPts val="900"/>
              <a:buFont typeface="Century Gothic"/>
              <a:buNone/>
              <a:defRPr/>
            </a:lvl5pPr>
            <a:lvl6pPr indent="0" lvl="5" marL="0" algn="r">
              <a:lnSpc>
                <a:spcPct val="100000"/>
              </a:lnSpc>
              <a:spcBef>
                <a:spcPts val="0"/>
              </a:spcBef>
              <a:spcAft>
                <a:spcPts val="0"/>
              </a:spcAft>
              <a:buClr>
                <a:srgbClr val="BFBFBF"/>
              </a:buClr>
              <a:buSzPts val="900"/>
              <a:buFont typeface="Century Gothic"/>
              <a:buNone/>
              <a:defRPr/>
            </a:lvl6pPr>
            <a:lvl7pPr indent="0" lvl="6" marL="0" algn="r">
              <a:lnSpc>
                <a:spcPct val="100000"/>
              </a:lnSpc>
              <a:spcBef>
                <a:spcPts val="0"/>
              </a:spcBef>
              <a:spcAft>
                <a:spcPts val="0"/>
              </a:spcAft>
              <a:buClr>
                <a:srgbClr val="BFBFBF"/>
              </a:buClr>
              <a:buSzPts val="900"/>
              <a:buFont typeface="Century Gothic"/>
              <a:buNone/>
              <a:defRPr/>
            </a:lvl7pPr>
            <a:lvl8pPr indent="0" lvl="7" marL="0" algn="r">
              <a:lnSpc>
                <a:spcPct val="100000"/>
              </a:lnSpc>
              <a:spcBef>
                <a:spcPts val="0"/>
              </a:spcBef>
              <a:spcAft>
                <a:spcPts val="0"/>
              </a:spcAft>
              <a:buClr>
                <a:srgbClr val="BFBFBF"/>
              </a:buClr>
              <a:buSzPts val="900"/>
              <a:buFont typeface="Century Gothic"/>
              <a:buNone/>
              <a:defRPr/>
            </a:lvl8pPr>
            <a:lvl9pPr indent="0" lvl="8" marL="0" algn="r">
              <a:lnSpc>
                <a:spcPct val="100000"/>
              </a:lnSpc>
              <a:spcBef>
                <a:spcPts val="0"/>
              </a:spcBef>
              <a:spcAft>
                <a:spcPts val="0"/>
              </a:spcAft>
              <a:buClr>
                <a:srgbClr val="BFBFBF"/>
              </a:buClr>
              <a:buSzPts val="900"/>
              <a:buFont typeface="Century Gothic"/>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65" name="Shape 65"/>
        <p:cNvGrpSpPr/>
        <p:nvPr/>
      </p:nvGrpSpPr>
      <p:grpSpPr>
        <a:xfrm>
          <a:off x="0" y="0"/>
          <a:ext cx="0" cy="0"/>
          <a:chOff x="0" y="0"/>
          <a:chExt cx="0" cy="0"/>
        </a:xfrm>
      </p:grpSpPr>
      <p:sp>
        <p:nvSpPr>
          <p:cNvPr id="66" name="Google Shape;66;p24"/>
          <p:cNvSpPr txBox="1"/>
          <p:nvPr/>
        </p:nvSpPr>
        <p:spPr>
          <a:xfrm>
            <a:off x="882332" y="411192"/>
            <a:ext cx="518161" cy="1336041"/>
          </a:xfrm>
          <a:prstGeom prst="rect">
            <a:avLst/>
          </a:prstGeom>
          <a:no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chemeClr val="accent1"/>
              </a:buClr>
              <a:buSzPts val="8000"/>
              <a:buFont typeface="Century Gothic"/>
              <a:buNone/>
            </a:pPr>
            <a:r>
              <a:rPr b="0" i="0" lang="en-US" sz="8000" u="none" cap="none" strike="noStrike">
                <a:solidFill>
                  <a:schemeClr val="accent1"/>
                </a:solidFill>
                <a:latin typeface="Century Gothic"/>
                <a:ea typeface="Century Gothic"/>
                <a:cs typeface="Century Gothic"/>
                <a:sym typeface="Century Gothic"/>
              </a:rPr>
              <a:t>“</a:t>
            </a:r>
            <a:endParaRPr/>
          </a:p>
        </p:txBody>
      </p:sp>
      <p:sp>
        <p:nvSpPr>
          <p:cNvPr id="67" name="Google Shape;67;p24"/>
          <p:cNvSpPr txBox="1"/>
          <p:nvPr/>
        </p:nvSpPr>
        <p:spPr>
          <a:xfrm>
            <a:off x="10483531" y="2367568"/>
            <a:ext cx="518161" cy="1336041"/>
          </a:xfrm>
          <a:prstGeom prst="rect">
            <a:avLst/>
          </a:prstGeom>
          <a:noFill/>
          <a:ln>
            <a:noFill/>
          </a:ln>
        </p:spPr>
        <p:txBody>
          <a:bodyPr anchorCtr="0" anchor="ctr" bIns="45700" lIns="45700" spcFirstLastPara="1" rIns="45700" wrap="square" tIns="45700">
            <a:spAutoFit/>
          </a:bodyPr>
          <a:lstStyle/>
          <a:p>
            <a:pPr indent="0" lvl="0" marL="0" marR="0" rtl="0" algn="r">
              <a:lnSpc>
                <a:spcPct val="100000"/>
              </a:lnSpc>
              <a:spcBef>
                <a:spcPts val="0"/>
              </a:spcBef>
              <a:spcAft>
                <a:spcPts val="0"/>
              </a:spcAft>
              <a:buClr>
                <a:schemeClr val="accent1"/>
              </a:buClr>
              <a:buSzPts val="8000"/>
              <a:buFont typeface="Century Gothic"/>
              <a:buNone/>
            </a:pPr>
            <a:r>
              <a:rPr b="0" i="0" lang="en-US" sz="8000" u="none" cap="none" strike="noStrike">
                <a:solidFill>
                  <a:schemeClr val="accent1"/>
                </a:solidFill>
                <a:latin typeface="Century Gothic"/>
                <a:ea typeface="Century Gothic"/>
                <a:cs typeface="Century Gothic"/>
                <a:sym typeface="Century Gothic"/>
              </a:rPr>
              <a:t>”</a:t>
            </a:r>
            <a:endParaRPr/>
          </a:p>
        </p:txBody>
      </p:sp>
      <p:sp>
        <p:nvSpPr>
          <p:cNvPr id="68" name="Google Shape;68;p24"/>
          <p:cNvSpPr txBox="1"/>
          <p:nvPr>
            <p:ph type="title"/>
          </p:nvPr>
        </p:nvSpPr>
        <p:spPr>
          <a:xfrm>
            <a:off x="1446212" y="609601"/>
            <a:ext cx="9296399" cy="2743200"/>
          </a:xfrm>
          <a:prstGeom prst="rect">
            <a:avLst/>
          </a:prstGeom>
          <a:noFill/>
          <a:ln>
            <a:noFill/>
          </a:ln>
        </p:spPr>
        <p:txBody>
          <a:bodyPr anchorCtr="0" anchor="ctr" bIns="45700" lIns="45700" spcFirstLastPara="1" rIns="45700" wrap="square" tIns="45700">
            <a:normAutofit/>
          </a:bodyPr>
          <a:lstStyle>
            <a:lvl1pPr lvl="0" algn="l">
              <a:lnSpc>
                <a:spcPct val="100000"/>
              </a:lnSpc>
              <a:spcBef>
                <a:spcPts val="0"/>
              </a:spcBef>
              <a:spcAft>
                <a:spcPts val="0"/>
              </a:spcAft>
              <a:buClr>
                <a:srgbClr val="FFFFFF"/>
              </a:buClr>
              <a:buSzPts val="3200"/>
              <a:buFont typeface="Century Gothic"/>
              <a:buNone/>
              <a:defRPr>
                <a:solidFill>
                  <a:srgbClr val="FFFFFF"/>
                </a:solidFill>
              </a:defRPr>
            </a:lvl1pPr>
            <a:lvl2pPr lvl="1" algn="l">
              <a:lnSpc>
                <a:spcPct val="100000"/>
              </a:lnSpc>
              <a:spcBef>
                <a:spcPts val="0"/>
              </a:spcBef>
              <a:spcAft>
                <a:spcPts val="0"/>
              </a:spcAft>
              <a:buClr>
                <a:srgbClr val="FFFFFF"/>
              </a:buClr>
              <a:buSzPts val="1800"/>
              <a:buNone/>
              <a:defRPr/>
            </a:lvl2pPr>
            <a:lvl3pPr lvl="2" algn="l">
              <a:lnSpc>
                <a:spcPct val="100000"/>
              </a:lnSpc>
              <a:spcBef>
                <a:spcPts val="0"/>
              </a:spcBef>
              <a:spcAft>
                <a:spcPts val="0"/>
              </a:spcAft>
              <a:buClr>
                <a:srgbClr val="FFFFFF"/>
              </a:buClr>
              <a:buSzPts val="1800"/>
              <a:buNone/>
              <a:defRPr/>
            </a:lvl3pPr>
            <a:lvl4pPr lvl="3" algn="l">
              <a:lnSpc>
                <a:spcPct val="100000"/>
              </a:lnSpc>
              <a:spcBef>
                <a:spcPts val="0"/>
              </a:spcBef>
              <a:spcAft>
                <a:spcPts val="0"/>
              </a:spcAft>
              <a:buClr>
                <a:srgbClr val="FFFFFF"/>
              </a:buClr>
              <a:buSzPts val="1800"/>
              <a:buNone/>
              <a:defRPr/>
            </a:lvl4pPr>
            <a:lvl5pPr lvl="4" algn="l">
              <a:lnSpc>
                <a:spcPct val="100000"/>
              </a:lnSpc>
              <a:spcBef>
                <a:spcPts val="0"/>
              </a:spcBef>
              <a:spcAft>
                <a:spcPts val="0"/>
              </a:spcAft>
              <a:buClr>
                <a:srgbClr val="FFFFFF"/>
              </a:buClr>
              <a:buSzPts val="1800"/>
              <a:buNone/>
              <a:defRPr/>
            </a:lvl5pPr>
            <a:lvl6pPr lvl="5" algn="l">
              <a:lnSpc>
                <a:spcPct val="100000"/>
              </a:lnSpc>
              <a:spcBef>
                <a:spcPts val="0"/>
              </a:spcBef>
              <a:spcAft>
                <a:spcPts val="0"/>
              </a:spcAft>
              <a:buClr>
                <a:srgbClr val="FFFFFF"/>
              </a:buClr>
              <a:buSzPts val="1800"/>
              <a:buNone/>
              <a:defRPr/>
            </a:lvl6pPr>
            <a:lvl7pPr lvl="6" algn="l">
              <a:lnSpc>
                <a:spcPct val="100000"/>
              </a:lnSpc>
              <a:spcBef>
                <a:spcPts val="0"/>
              </a:spcBef>
              <a:spcAft>
                <a:spcPts val="0"/>
              </a:spcAft>
              <a:buClr>
                <a:srgbClr val="FFFFFF"/>
              </a:buClr>
              <a:buSzPts val="1800"/>
              <a:buNone/>
              <a:defRPr/>
            </a:lvl7pPr>
            <a:lvl8pPr lvl="7" algn="l">
              <a:lnSpc>
                <a:spcPct val="100000"/>
              </a:lnSpc>
              <a:spcBef>
                <a:spcPts val="0"/>
              </a:spcBef>
              <a:spcAft>
                <a:spcPts val="0"/>
              </a:spcAft>
              <a:buClr>
                <a:srgbClr val="FFFFFF"/>
              </a:buClr>
              <a:buSzPts val="1800"/>
              <a:buNone/>
              <a:defRPr/>
            </a:lvl8pPr>
            <a:lvl9pPr lvl="8" algn="l">
              <a:lnSpc>
                <a:spcPct val="100000"/>
              </a:lnSpc>
              <a:spcBef>
                <a:spcPts val="0"/>
              </a:spcBef>
              <a:spcAft>
                <a:spcPts val="0"/>
              </a:spcAft>
              <a:buClr>
                <a:srgbClr val="FFFFFF"/>
              </a:buClr>
              <a:buSzPts val="1800"/>
              <a:buNone/>
              <a:defRPr/>
            </a:lvl9pPr>
          </a:lstStyle>
          <a:p/>
        </p:txBody>
      </p:sp>
      <p:sp>
        <p:nvSpPr>
          <p:cNvPr id="69" name="Google Shape;69;p24"/>
          <p:cNvSpPr txBox="1"/>
          <p:nvPr>
            <p:ph idx="1" type="body"/>
          </p:nvPr>
        </p:nvSpPr>
        <p:spPr>
          <a:xfrm>
            <a:off x="1141412" y="3886200"/>
            <a:ext cx="9906001" cy="889000"/>
          </a:xfrm>
          <a:prstGeom prst="rect">
            <a:avLst/>
          </a:prstGeom>
          <a:noFill/>
          <a:ln>
            <a:noFill/>
          </a:ln>
        </p:spPr>
        <p:txBody>
          <a:bodyPr anchorCtr="0" anchor="b" bIns="45700" lIns="45700" spcFirstLastPara="1" rIns="45700" wrap="square" tIns="45700">
            <a:normAutofit/>
          </a:bodyPr>
          <a:lstStyle>
            <a:lvl1pPr indent="-228600" lvl="0" marL="457200" algn="l">
              <a:lnSpc>
                <a:spcPct val="100000"/>
              </a:lnSpc>
              <a:spcBef>
                <a:spcPts val="600"/>
              </a:spcBef>
              <a:spcAft>
                <a:spcPts val="0"/>
              </a:spcAft>
              <a:buClr>
                <a:srgbClr val="FFFFFF"/>
              </a:buClr>
              <a:buSzPts val="2400"/>
              <a:buFont typeface="Century Gothic"/>
              <a:buNone/>
              <a:defRPr sz="2400" cap="none">
                <a:solidFill>
                  <a:srgbClr val="FFFFFF"/>
                </a:solidFill>
              </a:defRPr>
            </a:lvl1pPr>
            <a:lvl2pPr indent="-381000" lvl="1" marL="914400" algn="l">
              <a:lnSpc>
                <a:spcPct val="100000"/>
              </a:lnSpc>
              <a:spcBef>
                <a:spcPts val="600"/>
              </a:spcBef>
              <a:spcAft>
                <a:spcPts val="0"/>
              </a:spcAft>
              <a:buClr>
                <a:srgbClr val="FFFFFF"/>
              </a:buClr>
              <a:buSzPts val="2400"/>
              <a:buFont typeface="Century Gothic"/>
              <a:buChar char="•"/>
              <a:defRPr sz="2400" cap="none">
                <a:solidFill>
                  <a:srgbClr val="FFFFFF"/>
                </a:solidFill>
              </a:defRPr>
            </a:lvl2pPr>
            <a:lvl3pPr indent="-381000" lvl="2" marL="1371600" algn="l">
              <a:lnSpc>
                <a:spcPct val="100000"/>
              </a:lnSpc>
              <a:spcBef>
                <a:spcPts val="600"/>
              </a:spcBef>
              <a:spcAft>
                <a:spcPts val="0"/>
              </a:spcAft>
              <a:buClr>
                <a:srgbClr val="FFFFFF"/>
              </a:buClr>
              <a:buSzPts val="2400"/>
              <a:buFont typeface="Century Gothic"/>
              <a:buChar char="•"/>
              <a:defRPr sz="2400" cap="none">
                <a:solidFill>
                  <a:srgbClr val="FFFFFF"/>
                </a:solidFill>
              </a:defRPr>
            </a:lvl3pPr>
            <a:lvl4pPr indent="-381000" lvl="3" marL="1828800" algn="l">
              <a:lnSpc>
                <a:spcPct val="100000"/>
              </a:lnSpc>
              <a:spcBef>
                <a:spcPts val="600"/>
              </a:spcBef>
              <a:spcAft>
                <a:spcPts val="0"/>
              </a:spcAft>
              <a:buClr>
                <a:srgbClr val="FFFFFF"/>
              </a:buClr>
              <a:buSzPts val="2400"/>
              <a:buFont typeface="Century Gothic"/>
              <a:buChar char="•"/>
              <a:defRPr sz="2400" cap="none">
                <a:solidFill>
                  <a:srgbClr val="FFFFFF"/>
                </a:solidFill>
              </a:defRPr>
            </a:lvl4pPr>
            <a:lvl5pPr indent="-381000" lvl="4" marL="2286000" algn="l">
              <a:lnSpc>
                <a:spcPct val="100000"/>
              </a:lnSpc>
              <a:spcBef>
                <a:spcPts val="600"/>
              </a:spcBef>
              <a:spcAft>
                <a:spcPts val="0"/>
              </a:spcAft>
              <a:buClr>
                <a:srgbClr val="FFFFFF"/>
              </a:buClr>
              <a:buSzPts val="2400"/>
              <a:buFont typeface="Century Gothic"/>
              <a:buChar char="•"/>
              <a:defRPr sz="2400" cap="none">
                <a:solidFill>
                  <a:srgbClr val="FFFFFF"/>
                </a:solidFil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70" name="Google Shape;70;p24"/>
          <p:cNvSpPr txBox="1"/>
          <p:nvPr>
            <p:ph idx="2" type="body"/>
          </p:nvPr>
        </p:nvSpPr>
        <p:spPr>
          <a:xfrm>
            <a:off x="1141411" y="4775200"/>
            <a:ext cx="9906001" cy="1016000"/>
          </a:xfrm>
          <a:prstGeom prst="rect">
            <a:avLst/>
          </a:prstGeom>
          <a:noFill/>
          <a:ln>
            <a:noFill/>
          </a:ln>
        </p:spPr>
        <p:txBody>
          <a:bodyPr anchorCtr="0" anchor="t" bIns="45700" lIns="45700" spcFirstLastPara="1" rIns="45700" wrap="square" tIns="45700">
            <a:normAutofit/>
          </a:bodyPr>
          <a:lstStyle>
            <a:lvl1pPr indent="-342900" lvl="0" marL="457200" algn="l">
              <a:lnSpc>
                <a:spcPct val="100000"/>
              </a:lnSpc>
              <a:spcBef>
                <a:spcPts val="60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71" name="Google Shape;71;p24"/>
          <p:cNvSpPr txBox="1"/>
          <p:nvPr>
            <p:ph idx="12" type="sldNum"/>
          </p:nvPr>
        </p:nvSpPr>
        <p:spPr>
          <a:xfrm>
            <a:off x="10833009" y="5950267"/>
            <a:ext cx="232170" cy="2311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BFBFBF"/>
              </a:buClr>
              <a:buSzPts val="900"/>
              <a:buFont typeface="Century Gothic"/>
              <a:buNone/>
              <a:defRPr/>
            </a:lvl1pPr>
            <a:lvl2pPr indent="0" lvl="1" marL="0" algn="r">
              <a:lnSpc>
                <a:spcPct val="100000"/>
              </a:lnSpc>
              <a:spcBef>
                <a:spcPts val="0"/>
              </a:spcBef>
              <a:spcAft>
                <a:spcPts val="0"/>
              </a:spcAft>
              <a:buClr>
                <a:srgbClr val="BFBFBF"/>
              </a:buClr>
              <a:buSzPts val="900"/>
              <a:buFont typeface="Century Gothic"/>
              <a:buNone/>
              <a:defRPr/>
            </a:lvl2pPr>
            <a:lvl3pPr indent="0" lvl="2" marL="0" algn="r">
              <a:lnSpc>
                <a:spcPct val="100000"/>
              </a:lnSpc>
              <a:spcBef>
                <a:spcPts val="0"/>
              </a:spcBef>
              <a:spcAft>
                <a:spcPts val="0"/>
              </a:spcAft>
              <a:buClr>
                <a:srgbClr val="BFBFBF"/>
              </a:buClr>
              <a:buSzPts val="900"/>
              <a:buFont typeface="Century Gothic"/>
              <a:buNone/>
              <a:defRPr/>
            </a:lvl3pPr>
            <a:lvl4pPr indent="0" lvl="3" marL="0" algn="r">
              <a:lnSpc>
                <a:spcPct val="100000"/>
              </a:lnSpc>
              <a:spcBef>
                <a:spcPts val="0"/>
              </a:spcBef>
              <a:spcAft>
                <a:spcPts val="0"/>
              </a:spcAft>
              <a:buClr>
                <a:srgbClr val="BFBFBF"/>
              </a:buClr>
              <a:buSzPts val="900"/>
              <a:buFont typeface="Century Gothic"/>
              <a:buNone/>
              <a:defRPr/>
            </a:lvl4pPr>
            <a:lvl5pPr indent="0" lvl="4" marL="0" algn="r">
              <a:lnSpc>
                <a:spcPct val="100000"/>
              </a:lnSpc>
              <a:spcBef>
                <a:spcPts val="0"/>
              </a:spcBef>
              <a:spcAft>
                <a:spcPts val="0"/>
              </a:spcAft>
              <a:buClr>
                <a:srgbClr val="BFBFBF"/>
              </a:buClr>
              <a:buSzPts val="900"/>
              <a:buFont typeface="Century Gothic"/>
              <a:buNone/>
              <a:defRPr/>
            </a:lvl5pPr>
            <a:lvl6pPr indent="0" lvl="5" marL="0" algn="r">
              <a:lnSpc>
                <a:spcPct val="100000"/>
              </a:lnSpc>
              <a:spcBef>
                <a:spcPts val="0"/>
              </a:spcBef>
              <a:spcAft>
                <a:spcPts val="0"/>
              </a:spcAft>
              <a:buClr>
                <a:srgbClr val="BFBFBF"/>
              </a:buClr>
              <a:buSzPts val="900"/>
              <a:buFont typeface="Century Gothic"/>
              <a:buNone/>
              <a:defRPr/>
            </a:lvl6pPr>
            <a:lvl7pPr indent="0" lvl="6" marL="0" algn="r">
              <a:lnSpc>
                <a:spcPct val="100000"/>
              </a:lnSpc>
              <a:spcBef>
                <a:spcPts val="0"/>
              </a:spcBef>
              <a:spcAft>
                <a:spcPts val="0"/>
              </a:spcAft>
              <a:buClr>
                <a:srgbClr val="BFBFBF"/>
              </a:buClr>
              <a:buSzPts val="900"/>
              <a:buFont typeface="Century Gothic"/>
              <a:buNone/>
              <a:defRPr/>
            </a:lvl7pPr>
            <a:lvl8pPr indent="0" lvl="7" marL="0" algn="r">
              <a:lnSpc>
                <a:spcPct val="100000"/>
              </a:lnSpc>
              <a:spcBef>
                <a:spcPts val="0"/>
              </a:spcBef>
              <a:spcAft>
                <a:spcPts val="0"/>
              </a:spcAft>
              <a:buClr>
                <a:srgbClr val="BFBFBF"/>
              </a:buClr>
              <a:buSzPts val="900"/>
              <a:buFont typeface="Century Gothic"/>
              <a:buNone/>
              <a:defRPr/>
            </a:lvl8pPr>
            <a:lvl9pPr indent="0" lvl="8" marL="0" algn="r">
              <a:lnSpc>
                <a:spcPct val="100000"/>
              </a:lnSpc>
              <a:spcBef>
                <a:spcPts val="0"/>
              </a:spcBef>
              <a:spcAft>
                <a:spcPts val="0"/>
              </a:spcAft>
              <a:buClr>
                <a:srgbClr val="BFBFBF"/>
              </a:buClr>
              <a:buSzPts val="900"/>
              <a:buFont typeface="Century Gothic"/>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72" name="Shape 72"/>
        <p:cNvGrpSpPr/>
        <p:nvPr/>
      </p:nvGrpSpPr>
      <p:grpSpPr>
        <a:xfrm>
          <a:off x="0" y="0"/>
          <a:ext cx="0" cy="0"/>
          <a:chOff x="0" y="0"/>
          <a:chExt cx="0" cy="0"/>
        </a:xfrm>
      </p:grpSpPr>
      <p:sp>
        <p:nvSpPr>
          <p:cNvPr id="73" name="Google Shape;73;p25"/>
          <p:cNvSpPr txBox="1"/>
          <p:nvPr>
            <p:ph type="title"/>
          </p:nvPr>
        </p:nvSpPr>
        <p:spPr>
          <a:xfrm>
            <a:off x="1141412" y="609601"/>
            <a:ext cx="9906000" cy="2743200"/>
          </a:xfrm>
          <a:prstGeom prst="rect">
            <a:avLst/>
          </a:prstGeom>
          <a:noFill/>
          <a:ln>
            <a:noFill/>
          </a:ln>
        </p:spPr>
        <p:txBody>
          <a:bodyPr anchorCtr="0" anchor="ctr" bIns="45700" lIns="45700" spcFirstLastPara="1" rIns="45700" wrap="square" tIns="45700">
            <a:normAutofit/>
          </a:bodyPr>
          <a:lstStyle>
            <a:lvl1pPr lvl="0" algn="l">
              <a:lnSpc>
                <a:spcPct val="100000"/>
              </a:lnSpc>
              <a:spcBef>
                <a:spcPts val="0"/>
              </a:spcBef>
              <a:spcAft>
                <a:spcPts val="0"/>
              </a:spcAft>
              <a:buClr>
                <a:srgbClr val="FFFFFF"/>
              </a:buClr>
              <a:buSzPts val="1800"/>
              <a:buNone/>
              <a:defRPr/>
            </a:lvl1pPr>
            <a:lvl2pPr lvl="1" algn="l">
              <a:lnSpc>
                <a:spcPct val="100000"/>
              </a:lnSpc>
              <a:spcBef>
                <a:spcPts val="0"/>
              </a:spcBef>
              <a:spcAft>
                <a:spcPts val="0"/>
              </a:spcAft>
              <a:buClr>
                <a:srgbClr val="FFFFFF"/>
              </a:buClr>
              <a:buSzPts val="1800"/>
              <a:buNone/>
              <a:defRPr/>
            </a:lvl2pPr>
            <a:lvl3pPr lvl="2" algn="l">
              <a:lnSpc>
                <a:spcPct val="100000"/>
              </a:lnSpc>
              <a:spcBef>
                <a:spcPts val="0"/>
              </a:spcBef>
              <a:spcAft>
                <a:spcPts val="0"/>
              </a:spcAft>
              <a:buClr>
                <a:srgbClr val="FFFFFF"/>
              </a:buClr>
              <a:buSzPts val="1800"/>
              <a:buNone/>
              <a:defRPr/>
            </a:lvl3pPr>
            <a:lvl4pPr lvl="3" algn="l">
              <a:lnSpc>
                <a:spcPct val="100000"/>
              </a:lnSpc>
              <a:spcBef>
                <a:spcPts val="0"/>
              </a:spcBef>
              <a:spcAft>
                <a:spcPts val="0"/>
              </a:spcAft>
              <a:buClr>
                <a:srgbClr val="FFFFFF"/>
              </a:buClr>
              <a:buSzPts val="1800"/>
              <a:buNone/>
              <a:defRPr/>
            </a:lvl4pPr>
            <a:lvl5pPr lvl="4" algn="l">
              <a:lnSpc>
                <a:spcPct val="100000"/>
              </a:lnSpc>
              <a:spcBef>
                <a:spcPts val="0"/>
              </a:spcBef>
              <a:spcAft>
                <a:spcPts val="0"/>
              </a:spcAft>
              <a:buClr>
                <a:srgbClr val="FFFFFF"/>
              </a:buClr>
              <a:buSzPts val="1800"/>
              <a:buNone/>
              <a:defRPr/>
            </a:lvl5pPr>
            <a:lvl6pPr lvl="5" algn="l">
              <a:lnSpc>
                <a:spcPct val="100000"/>
              </a:lnSpc>
              <a:spcBef>
                <a:spcPts val="0"/>
              </a:spcBef>
              <a:spcAft>
                <a:spcPts val="0"/>
              </a:spcAft>
              <a:buClr>
                <a:srgbClr val="FFFFFF"/>
              </a:buClr>
              <a:buSzPts val="1800"/>
              <a:buNone/>
              <a:defRPr/>
            </a:lvl6pPr>
            <a:lvl7pPr lvl="6" algn="l">
              <a:lnSpc>
                <a:spcPct val="100000"/>
              </a:lnSpc>
              <a:spcBef>
                <a:spcPts val="0"/>
              </a:spcBef>
              <a:spcAft>
                <a:spcPts val="0"/>
              </a:spcAft>
              <a:buClr>
                <a:srgbClr val="FFFFFF"/>
              </a:buClr>
              <a:buSzPts val="1800"/>
              <a:buNone/>
              <a:defRPr/>
            </a:lvl7pPr>
            <a:lvl8pPr lvl="7" algn="l">
              <a:lnSpc>
                <a:spcPct val="100000"/>
              </a:lnSpc>
              <a:spcBef>
                <a:spcPts val="0"/>
              </a:spcBef>
              <a:spcAft>
                <a:spcPts val="0"/>
              </a:spcAft>
              <a:buClr>
                <a:srgbClr val="FFFFFF"/>
              </a:buClr>
              <a:buSzPts val="1800"/>
              <a:buNone/>
              <a:defRPr/>
            </a:lvl8pPr>
            <a:lvl9pPr lvl="8" algn="l">
              <a:lnSpc>
                <a:spcPct val="100000"/>
              </a:lnSpc>
              <a:spcBef>
                <a:spcPts val="0"/>
              </a:spcBef>
              <a:spcAft>
                <a:spcPts val="0"/>
              </a:spcAft>
              <a:buClr>
                <a:srgbClr val="FFFFFF"/>
              </a:buClr>
              <a:buSzPts val="1800"/>
              <a:buNone/>
              <a:defRPr/>
            </a:lvl9pPr>
          </a:lstStyle>
          <a:p/>
        </p:txBody>
      </p:sp>
      <p:sp>
        <p:nvSpPr>
          <p:cNvPr id="74" name="Google Shape;74;p25"/>
          <p:cNvSpPr txBox="1"/>
          <p:nvPr>
            <p:ph idx="1" type="body"/>
          </p:nvPr>
        </p:nvSpPr>
        <p:spPr>
          <a:xfrm>
            <a:off x="1141412" y="3505200"/>
            <a:ext cx="9906001" cy="838200"/>
          </a:xfrm>
          <a:prstGeom prst="rect">
            <a:avLst/>
          </a:prstGeom>
          <a:noFill/>
          <a:ln>
            <a:noFill/>
          </a:ln>
        </p:spPr>
        <p:txBody>
          <a:bodyPr anchorCtr="0" anchor="b" bIns="45700" lIns="45700" spcFirstLastPara="1" rIns="45700" wrap="square" tIns="45700">
            <a:normAutofit/>
          </a:bodyPr>
          <a:lstStyle>
            <a:lvl1pPr indent="-228600" lvl="0" marL="457200" algn="l">
              <a:lnSpc>
                <a:spcPct val="100000"/>
              </a:lnSpc>
              <a:spcBef>
                <a:spcPts val="600"/>
              </a:spcBef>
              <a:spcAft>
                <a:spcPts val="0"/>
              </a:spcAft>
              <a:buClr>
                <a:srgbClr val="FFFFFF"/>
              </a:buClr>
              <a:buSzPts val="2800"/>
              <a:buFont typeface="Century Gothic"/>
              <a:buNone/>
              <a:defRPr sz="2800" cap="none">
                <a:solidFill>
                  <a:srgbClr val="FFFFFF"/>
                </a:solidFill>
              </a:defRPr>
            </a:lvl1pPr>
            <a:lvl2pPr indent="-406400" lvl="1" marL="914400" algn="l">
              <a:lnSpc>
                <a:spcPct val="100000"/>
              </a:lnSpc>
              <a:spcBef>
                <a:spcPts val="600"/>
              </a:spcBef>
              <a:spcAft>
                <a:spcPts val="0"/>
              </a:spcAft>
              <a:buClr>
                <a:srgbClr val="FFFFFF"/>
              </a:buClr>
              <a:buSzPts val="2800"/>
              <a:buFont typeface="Century Gothic"/>
              <a:buChar char="•"/>
              <a:defRPr sz="2800" cap="none">
                <a:solidFill>
                  <a:srgbClr val="FFFFFF"/>
                </a:solidFill>
              </a:defRPr>
            </a:lvl2pPr>
            <a:lvl3pPr indent="-406400" lvl="2" marL="1371600" algn="l">
              <a:lnSpc>
                <a:spcPct val="100000"/>
              </a:lnSpc>
              <a:spcBef>
                <a:spcPts val="600"/>
              </a:spcBef>
              <a:spcAft>
                <a:spcPts val="0"/>
              </a:spcAft>
              <a:buClr>
                <a:srgbClr val="FFFFFF"/>
              </a:buClr>
              <a:buSzPts val="2800"/>
              <a:buFont typeface="Century Gothic"/>
              <a:buChar char="•"/>
              <a:defRPr sz="2800" cap="none">
                <a:solidFill>
                  <a:srgbClr val="FFFFFF"/>
                </a:solidFill>
              </a:defRPr>
            </a:lvl3pPr>
            <a:lvl4pPr indent="-406400" lvl="3" marL="1828800" algn="l">
              <a:lnSpc>
                <a:spcPct val="100000"/>
              </a:lnSpc>
              <a:spcBef>
                <a:spcPts val="600"/>
              </a:spcBef>
              <a:spcAft>
                <a:spcPts val="0"/>
              </a:spcAft>
              <a:buClr>
                <a:srgbClr val="FFFFFF"/>
              </a:buClr>
              <a:buSzPts val="2800"/>
              <a:buFont typeface="Century Gothic"/>
              <a:buChar char="•"/>
              <a:defRPr sz="2800" cap="none">
                <a:solidFill>
                  <a:srgbClr val="FFFFFF"/>
                </a:solidFill>
              </a:defRPr>
            </a:lvl4pPr>
            <a:lvl5pPr indent="-406400" lvl="4" marL="2286000" algn="l">
              <a:lnSpc>
                <a:spcPct val="100000"/>
              </a:lnSpc>
              <a:spcBef>
                <a:spcPts val="600"/>
              </a:spcBef>
              <a:spcAft>
                <a:spcPts val="0"/>
              </a:spcAft>
              <a:buClr>
                <a:srgbClr val="FFFFFF"/>
              </a:buClr>
              <a:buSzPts val="2800"/>
              <a:buFont typeface="Century Gothic"/>
              <a:buChar char="•"/>
              <a:defRPr sz="2800" cap="none">
                <a:solidFill>
                  <a:srgbClr val="FFFFFF"/>
                </a:solidFil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75" name="Google Shape;75;p25"/>
          <p:cNvSpPr txBox="1"/>
          <p:nvPr>
            <p:ph idx="2" type="body"/>
          </p:nvPr>
        </p:nvSpPr>
        <p:spPr>
          <a:xfrm>
            <a:off x="1141411" y="4343400"/>
            <a:ext cx="9906001" cy="1447800"/>
          </a:xfrm>
          <a:prstGeom prst="rect">
            <a:avLst/>
          </a:prstGeom>
          <a:noFill/>
          <a:ln>
            <a:noFill/>
          </a:ln>
        </p:spPr>
        <p:txBody>
          <a:bodyPr anchorCtr="0" anchor="t" bIns="45700" lIns="45700" spcFirstLastPara="1" rIns="45700" wrap="square" tIns="45700">
            <a:normAutofit/>
          </a:bodyPr>
          <a:lstStyle>
            <a:lvl1pPr indent="-342900" lvl="0" marL="457200" algn="l">
              <a:lnSpc>
                <a:spcPct val="100000"/>
              </a:lnSpc>
              <a:spcBef>
                <a:spcPts val="60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76" name="Google Shape;76;p25"/>
          <p:cNvSpPr txBox="1"/>
          <p:nvPr>
            <p:ph idx="12" type="sldNum"/>
          </p:nvPr>
        </p:nvSpPr>
        <p:spPr>
          <a:xfrm>
            <a:off x="10833009" y="5950267"/>
            <a:ext cx="232170" cy="2311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BFBFBF"/>
              </a:buClr>
              <a:buSzPts val="900"/>
              <a:buFont typeface="Century Gothic"/>
              <a:buNone/>
              <a:defRPr/>
            </a:lvl1pPr>
            <a:lvl2pPr indent="0" lvl="1" marL="0" algn="r">
              <a:lnSpc>
                <a:spcPct val="100000"/>
              </a:lnSpc>
              <a:spcBef>
                <a:spcPts val="0"/>
              </a:spcBef>
              <a:spcAft>
                <a:spcPts val="0"/>
              </a:spcAft>
              <a:buClr>
                <a:srgbClr val="BFBFBF"/>
              </a:buClr>
              <a:buSzPts val="900"/>
              <a:buFont typeface="Century Gothic"/>
              <a:buNone/>
              <a:defRPr/>
            </a:lvl2pPr>
            <a:lvl3pPr indent="0" lvl="2" marL="0" algn="r">
              <a:lnSpc>
                <a:spcPct val="100000"/>
              </a:lnSpc>
              <a:spcBef>
                <a:spcPts val="0"/>
              </a:spcBef>
              <a:spcAft>
                <a:spcPts val="0"/>
              </a:spcAft>
              <a:buClr>
                <a:srgbClr val="BFBFBF"/>
              </a:buClr>
              <a:buSzPts val="900"/>
              <a:buFont typeface="Century Gothic"/>
              <a:buNone/>
              <a:defRPr/>
            </a:lvl3pPr>
            <a:lvl4pPr indent="0" lvl="3" marL="0" algn="r">
              <a:lnSpc>
                <a:spcPct val="100000"/>
              </a:lnSpc>
              <a:spcBef>
                <a:spcPts val="0"/>
              </a:spcBef>
              <a:spcAft>
                <a:spcPts val="0"/>
              </a:spcAft>
              <a:buClr>
                <a:srgbClr val="BFBFBF"/>
              </a:buClr>
              <a:buSzPts val="900"/>
              <a:buFont typeface="Century Gothic"/>
              <a:buNone/>
              <a:defRPr/>
            </a:lvl4pPr>
            <a:lvl5pPr indent="0" lvl="4" marL="0" algn="r">
              <a:lnSpc>
                <a:spcPct val="100000"/>
              </a:lnSpc>
              <a:spcBef>
                <a:spcPts val="0"/>
              </a:spcBef>
              <a:spcAft>
                <a:spcPts val="0"/>
              </a:spcAft>
              <a:buClr>
                <a:srgbClr val="BFBFBF"/>
              </a:buClr>
              <a:buSzPts val="900"/>
              <a:buFont typeface="Century Gothic"/>
              <a:buNone/>
              <a:defRPr/>
            </a:lvl5pPr>
            <a:lvl6pPr indent="0" lvl="5" marL="0" algn="r">
              <a:lnSpc>
                <a:spcPct val="100000"/>
              </a:lnSpc>
              <a:spcBef>
                <a:spcPts val="0"/>
              </a:spcBef>
              <a:spcAft>
                <a:spcPts val="0"/>
              </a:spcAft>
              <a:buClr>
                <a:srgbClr val="BFBFBF"/>
              </a:buClr>
              <a:buSzPts val="900"/>
              <a:buFont typeface="Century Gothic"/>
              <a:buNone/>
              <a:defRPr/>
            </a:lvl6pPr>
            <a:lvl7pPr indent="0" lvl="6" marL="0" algn="r">
              <a:lnSpc>
                <a:spcPct val="100000"/>
              </a:lnSpc>
              <a:spcBef>
                <a:spcPts val="0"/>
              </a:spcBef>
              <a:spcAft>
                <a:spcPts val="0"/>
              </a:spcAft>
              <a:buClr>
                <a:srgbClr val="BFBFBF"/>
              </a:buClr>
              <a:buSzPts val="900"/>
              <a:buFont typeface="Century Gothic"/>
              <a:buNone/>
              <a:defRPr/>
            </a:lvl7pPr>
            <a:lvl8pPr indent="0" lvl="7" marL="0" algn="r">
              <a:lnSpc>
                <a:spcPct val="100000"/>
              </a:lnSpc>
              <a:spcBef>
                <a:spcPts val="0"/>
              </a:spcBef>
              <a:spcAft>
                <a:spcPts val="0"/>
              </a:spcAft>
              <a:buClr>
                <a:srgbClr val="BFBFBF"/>
              </a:buClr>
              <a:buSzPts val="900"/>
              <a:buFont typeface="Century Gothic"/>
              <a:buNone/>
              <a:defRPr/>
            </a:lvl8pPr>
            <a:lvl9pPr indent="0" lvl="8" marL="0" algn="r">
              <a:lnSpc>
                <a:spcPct val="100000"/>
              </a:lnSpc>
              <a:spcBef>
                <a:spcPts val="0"/>
              </a:spcBef>
              <a:spcAft>
                <a:spcPts val="0"/>
              </a:spcAft>
              <a:buClr>
                <a:srgbClr val="BFBFBF"/>
              </a:buClr>
              <a:buSzPts val="900"/>
              <a:buFont typeface="Century Gothic"/>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theme" Target="../theme/theme1.xml"/><Relationship Id="rId16" Type="http://schemas.openxmlformats.org/officeDocument/2006/relationships/slideLayout" Target="../slideLayouts/slideLayout15.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1141412" y="609600"/>
            <a:ext cx="9905999" cy="1905000"/>
          </a:xfrm>
          <a:prstGeom prst="rect">
            <a:avLst/>
          </a:prstGeom>
          <a:noFill/>
          <a:ln>
            <a:noFill/>
          </a:ln>
        </p:spPr>
        <p:txBody>
          <a:bodyPr anchorCtr="0" anchor="ctr" bIns="45700" lIns="45700" spcFirstLastPara="1" rIns="45700" wrap="square" tIns="45700">
            <a:normAutofit/>
          </a:bodyPr>
          <a:lstStyle>
            <a:lvl1pPr lvl="0" marR="0" rtl="0" algn="l">
              <a:lnSpc>
                <a:spcPct val="100000"/>
              </a:lnSpc>
              <a:spcBef>
                <a:spcPts val="0"/>
              </a:spcBef>
              <a:spcAft>
                <a:spcPts val="0"/>
              </a:spcAft>
              <a:buClr>
                <a:srgbClr val="FFFFFF"/>
              </a:buClr>
              <a:buSzPts val="3200"/>
              <a:buFont typeface="Century Gothic"/>
              <a:buNone/>
              <a:defRPr b="0" i="0" sz="3200" u="none" cap="none" strike="noStrike">
                <a:solidFill>
                  <a:srgbClr val="FFFFFF"/>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FFFFFF"/>
              </a:buClr>
              <a:buSzPts val="3200"/>
              <a:buFont typeface="Century Gothic"/>
              <a:buNone/>
              <a:defRPr b="0" i="0" sz="3200" u="none" cap="none" strike="noStrike">
                <a:solidFill>
                  <a:srgbClr val="FFFFFF"/>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FFFFFF"/>
              </a:buClr>
              <a:buSzPts val="3200"/>
              <a:buFont typeface="Century Gothic"/>
              <a:buNone/>
              <a:defRPr b="0" i="0" sz="3200" u="none" cap="none" strike="noStrike">
                <a:solidFill>
                  <a:srgbClr val="FFFFFF"/>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FFFFFF"/>
              </a:buClr>
              <a:buSzPts val="3200"/>
              <a:buFont typeface="Century Gothic"/>
              <a:buNone/>
              <a:defRPr b="0" i="0" sz="3200" u="none" cap="none" strike="noStrike">
                <a:solidFill>
                  <a:srgbClr val="FFFFFF"/>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FFFFFF"/>
              </a:buClr>
              <a:buSzPts val="3200"/>
              <a:buFont typeface="Century Gothic"/>
              <a:buNone/>
              <a:defRPr b="0" i="0" sz="3200" u="none" cap="none" strike="noStrike">
                <a:solidFill>
                  <a:srgbClr val="FFFFFF"/>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FFFFFF"/>
              </a:buClr>
              <a:buSzPts val="3200"/>
              <a:buFont typeface="Century Gothic"/>
              <a:buNone/>
              <a:defRPr b="0" i="0" sz="3200" u="none" cap="none" strike="noStrike">
                <a:solidFill>
                  <a:srgbClr val="FFFFFF"/>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FFFFFF"/>
              </a:buClr>
              <a:buSzPts val="3200"/>
              <a:buFont typeface="Century Gothic"/>
              <a:buNone/>
              <a:defRPr b="0" i="0" sz="3200" u="none" cap="none" strike="noStrike">
                <a:solidFill>
                  <a:srgbClr val="FFFFFF"/>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FFFFFF"/>
              </a:buClr>
              <a:buSzPts val="3200"/>
              <a:buFont typeface="Century Gothic"/>
              <a:buNone/>
              <a:defRPr b="0" i="0" sz="3200" u="none" cap="none" strike="noStrike">
                <a:solidFill>
                  <a:srgbClr val="FFFFFF"/>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FFFFFF"/>
              </a:buClr>
              <a:buSzPts val="3200"/>
              <a:buFont typeface="Century Gothic"/>
              <a:buNone/>
              <a:defRPr b="0" i="0" sz="3200" u="none" cap="none" strike="noStrike">
                <a:solidFill>
                  <a:srgbClr val="FFFFFF"/>
                </a:solidFill>
                <a:latin typeface="Century Gothic"/>
                <a:ea typeface="Century Gothic"/>
                <a:cs typeface="Century Gothic"/>
                <a:sym typeface="Century Gothic"/>
              </a:defRPr>
            </a:lvl9pPr>
          </a:lstStyle>
          <a:p/>
        </p:txBody>
      </p:sp>
      <p:sp>
        <p:nvSpPr>
          <p:cNvPr id="7" name="Google Shape;7;p10"/>
          <p:cNvSpPr txBox="1"/>
          <p:nvPr>
            <p:ph idx="1" type="body"/>
          </p:nvPr>
        </p:nvSpPr>
        <p:spPr>
          <a:xfrm>
            <a:off x="609600" y="1600200"/>
            <a:ext cx="10972800" cy="4525963"/>
          </a:xfrm>
          <a:prstGeom prst="rect">
            <a:avLst/>
          </a:prstGeom>
          <a:noFill/>
          <a:ln>
            <a:noFill/>
          </a:ln>
        </p:spPr>
        <p:txBody>
          <a:bodyPr anchorCtr="0" anchor="ctr" bIns="45700" lIns="45700" spcFirstLastPara="1" rIns="45700" wrap="square" tIns="45700">
            <a:normAutofit/>
          </a:bodyPr>
          <a:lstStyle>
            <a:lvl1pPr indent="-355600" lvl="0" marL="457200" marR="0" rtl="0" algn="l">
              <a:lnSpc>
                <a:spcPct val="100000"/>
              </a:lnSpc>
              <a:spcBef>
                <a:spcPts val="600"/>
              </a:spcBef>
              <a:spcAft>
                <a:spcPts val="0"/>
              </a:spcAft>
              <a:buClr>
                <a:srgbClr val="FFFFFF"/>
              </a:buClr>
              <a:buSzPts val="2000"/>
              <a:buFont typeface="Arial"/>
              <a:buChar char="•"/>
              <a:defRPr b="0" i="0" sz="2000" u="none" cap="small" strike="noStrike">
                <a:solidFill>
                  <a:srgbClr val="FFFFFF"/>
                </a:solidFill>
                <a:latin typeface="Century Gothic"/>
                <a:ea typeface="Century Gothic"/>
                <a:cs typeface="Century Gothic"/>
                <a:sym typeface="Century Gothic"/>
              </a:defRPr>
            </a:lvl1pPr>
            <a:lvl2pPr indent="-355600" lvl="1" marL="914400" marR="0" rtl="0" algn="l">
              <a:lnSpc>
                <a:spcPct val="100000"/>
              </a:lnSpc>
              <a:spcBef>
                <a:spcPts val="600"/>
              </a:spcBef>
              <a:spcAft>
                <a:spcPts val="0"/>
              </a:spcAft>
              <a:buClr>
                <a:srgbClr val="FFFFFF"/>
              </a:buClr>
              <a:buSzPts val="2000"/>
              <a:buFont typeface="Arial"/>
              <a:buChar char="•"/>
              <a:defRPr b="0" i="0" sz="2000" u="none" cap="small" strike="noStrike">
                <a:solidFill>
                  <a:srgbClr val="FFFFFF"/>
                </a:solidFill>
                <a:latin typeface="Century Gothic"/>
                <a:ea typeface="Century Gothic"/>
                <a:cs typeface="Century Gothic"/>
                <a:sym typeface="Century Gothic"/>
              </a:defRPr>
            </a:lvl2pPr>
            <a:lvl3pPr indent="-355600" lvl="2" marL="1371600" marR="0" rtl="0" algn="l">
              <a:lnSpc>
                <a:spcPct val="100000"/>
              </a:lnSpc>
              <a:spcBef>
                <a:spcPts val="600"/>
              </a:spcBef>
              <a:spcAft>
                <a:spcPts val="0"/>
              </a:spcAft>
              <a:buClr>
                <a:srgbClr val="FFFFFF"/>
              </a:buClr>
              <a:buSzPts val="2000"/>
              <a:buFont typeface="Arial"/>
              <a:buChar char="•"/>
              <a:defRPr b="0" i="0" sz="2000" u="none" cap="small" strike="noStrike">
                <a:solidFill>
                  <a:srgbClr val="FFFFFF"/>
                </a:solidFill>
                <a:latin typeface="Century Gothic"/>
                <a:ea typeface="Century Gothic"/>
                <a:cs typeface="Century Gothic"/>
                <a:sym typeface="Century Gothic"/>
              </a:defRPr>
            </a:lvl3pPr>
            <a:lvl4pPr indent="-355600" lvl="3" marL="1828800" marR="0" rtl="0" algn="l">
              <a:lnSpc>
                <a:spcPct val="100000"/>
              </a:lnSpc>
              <a:spcBef>
                <a:spcPts val="600"/>
              </a:spcBef>
              <a:spcAft>
                <a:spcPts val="0"/>
              </a:spcAft>
              <a:buClr>
                <a:srgbClr val="FFFFFF"/>
              </a:buClr>
              <a:buSzPts val="2000"/>
              <a:buFont typeface="Arial"/>
              <a:buChar char="•"/>
              <a:defRPr b="0" i="0" sz="2000" u="none" cap="small" strike="noStrike">
                <a:solidFill>
                  <a:srgbClr val="FFFFFF"/>
                </a:solidFill>
                <a:latin typeface="Century Gothic"/>
                <a:ea typeface="Century Gothic"/>
                <a:cs typeface="Century Gothic"/>
                <a:sym typeface="Century Gothic"/>
              </a:defRPr>
            </a:lvl4pPr>
            <a:lvl5pPr indent="-355600" lvl="4" marL="2286000" marR="0" rtl="0" algn="l">
              <a:lnSpc>
                <a:spcPct val="100000"/>
              </a:lnSpc>
              <a:spcBef>
                <a:spcPts val="600"/>
              </a:spcBef>
              <a:spcAft>
                <a:spcPts val="0"/>
              </a:spcAft>
              <a:buClr>
                <a:srgbClr val="FFFFFF"/>
              </a:buClr>
              <a:buSzPts val="2000"/>
              <a:buFont typeface="Arial"/>
              <a:buChar char="•"/>
              <a:defRPr b="0" i="0" sz="2000" u="none" cap="small" strike="noStrike">
                <a:solidFill>
                  <a:srgbClr val="FFFFFF"/>
                </a:solidFill>
                <a:latin typeface="Century Gothic"/>
                <a:ea typeface="Century Gothic"/>
                <a:cs typeface="Century Gothic"/>
                <a:sym typeface="Century Gothic"/>
              </a:defRPr>
            </a:lvl5pPr>
            <a:lvl6pPr indent="-355600" lvl="5" marL="2743200" marR="0" rtl="0" algn="l">
              <a:lnSpc>
                <a:spcPct val="100000"/>
              </a:lnSpc>
              <a:spcBef>
                <a:spcPts val="600"/>
              </a:spcBef>
              <a:spcAft>
                <a:spcPts val="0"/>
              </a:spcAft>
              <a:buClr>
                <a:srgbClr val="FFFFFF"/>
              </a:buClr>
              <a:buSzPts val="2000"/>
              <a:buFont typeface="Arial"/>
              <a:buChar char="•"/>
              <a:defRPr b="0" i="0" sz="2000" u="none" cap="small" strike="noStrike">
                <a:solidFill>
                  <a:srgbClr val="FFFFFF"/>
                </a:solidFill>
                <a:latin typeface="Century Gothic"/>
                <a:ea typeface="Century Gothic"/>
                <a:cs typeface="Century Gothic"/>
                <a:sym typeface="Century Gothic"/>
              </a:defRPr>
            </a:lvl6pPr>
            <a:lvl7pPr indent="-355600" lvl="6" marL="3200400" marR="0" rtl="0" algn="l">
              <a:lnSpc>
                <a:spcPct val="100000"/>
              </a:lnSpc>
              <a:spcBef>
                <a:spcPts val="600"/>
              </a:spcBef>
              <a:spcAft>
                <a:spcPts val="0"/>
              </a:spcAft>
              <a:buClr>
                <a:srgbClr val="FFFFFF"/>
              </a:buClr>
              <a:buSzPts val="2000"/>
              <a:buFont typeface="Arial"/>
              <a:buChar char="•"/>
              <a:defRPr b="0" i="0" sz="2000" u="none" cap="small" strike="noStrike">
                <a:solidFill>
                  <a:srgbClr val="FFFFFF"/>
                </a:solidFill>
                <a:latin typeface="Century Gothic"/>
                <a:ea typeface="Century Gothic"/>
                <a:cs typeface="Century Gothic"/>
                <a:sym typeface="Century Gothic"/>
              </a:defRPr>
            </a:lvl7pPr>
            <a:lvl8pPr indent="-355600" lvl="7" marL="3657600" marR="0" rtl="0" algn="l">
              <a:lnSpc>
                <a:spcPct val="100000"/>
              </a:lnSpc>
              <a:spcBef>
                <a:spcPts val="600"/>
              </a:spcBef>
              <a:spcAft>
                <a:spcPts val="0"/>
              </a:spcAft>
              <a:buClr>
                <a:srgbClr val="FFFFFF"/>
              </a:buClr>
              <a:buSzPts val="2000"/>
              <a:buFont typeface="Arial"/>
              <a:buChar char="•"/>
              <a:defRPr b="0" i="0" sz="2000" u="none" cap="small" strike="noStrike">
                <a:solidFill>
                  <a:srgbClr val="FFFFFF"/>
                </a:solidFill>
                <a:latin typeface="Century Gothic"/>
                <a:ea typeface="Century Gothic"/>
                <a:cs typeface="Century Gothic"/>
                <a:sym typeface="Century Gothic"/>
              </a:defRPr>
            </a:lvl8pPr>
            <a:lvl9pPr indent="-355600" lvl="8" marL="4114800" marR="0" rtl="0" algn="l">
              <a:lnSpc>
                <a:spcPct val="100000"/>
              </a:lnSpc>
              <a:spcBef>
                <a:spcPts val="600"/>
              </a:spcBef>
              <a:spcAft>
                <a:spcPts val="0"/>
              </a:spcAft>
              <a:buClr>
                <a:srgbClr val="FFFFFF"/>
              </a:buClr>
              <a:buSzPts val="2000"/>
              <a:buFont typeface="Arial"/>
              <a:buChar char="•"/>
              <a:defRPr b="0" i="0" sz="2000" u="none" cap="small" strike="noStrike">
                <a:solidFill>
                  <a:srgbClr val="FFFFFF"/>
                </a:solidFill>
                <a:latin typeface="Century Gothic"/>
                <a:ea typeface="Century Gothic"/>
                <a:cs typeface="Century Gothic"/>
                <a:sym typeface="Century Gothic"/>
              </a:defRPr>
            </a:lvl9pPr>
          </a:lstStyle>
          <a:p/>
        </p:txBody>
      </p:sp>
      <p:sp>
        <p:nvSpPr>
          <p:cNvPr id="8" name="Google Shape;8;p10"/>
          <p:cNvSpPr txBox="1"/>
          <p:nvPr>
            <p:ph idx="12" type="sldNum"/>
          </p:nvPr>
        </p:nvSpPr>
        <p:spPr>
          <a:xfrm>
            <a:off x="10833009" y="5950267"/>
            <a:ext cx="232170" cy="231141"/>
          </a:xfrm>
          <a:prstGeom prst="rect">
            <a:avLst/>
          </a:prstGeom>
          <a:noFill/>
          <a:ln>
            <a:noFill/>
          </a:ln>
        </p:spPr>
        <p:txBody>
          <a:bodyPr anchorCtr="0" anchor="ctr" bIns="45700" lIns="45700" spcFirstLastPara="1" rIns="45700" wrap="square" tIns="45700">
            <a:spAutoFit/>
          </a:bodyPr>
          <a:lstStyle>
            <a:lvl1pPr indent="0" lvl="0" marL="0" marR="0" rtl="0" algn="r">
              <a:lnSpc>
                <a:spcPct val="100000"/>
              </a:lnSpc>
              <a:spcBef>
                <a:spcPts val="0"/>
              </a:spcBef>
              <a:spcAft>
                <a:spcPts val="0"/>
              </a:spcAft>
              <a:buClr>
                <a:srgbClr val="BFBFBF"/>
              </a:buClr>
              <a:buSzPts val="900"/>
              <a:buFont typeface="Century Gothic"/>
              <a:buNone/>
              <a:defRPr b="1" i="0" sz="900" u="none" cap="none" strike="noStrike">
                <a:solidFill>
                  <a:srgbClr val="BFBFBF"/>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BFBFBF"/>
              </a:buClr>
              <a:buSzPts val="900"/>
              <a:buFont typeface="Century Gothic"/>
              <a:buNone/>
              <a:defRPr b="1" i="0" sz="900" u="none" cap="none" strike="noStrike">
                <a:solidFill>
                  <a:srgbClr val="BFBFBF"/>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BFBFBF"/>
              </a:buClr>
              <a:buSzPts val="900"/>
              <a:buFont typeface="Century Gothic"/>
              <a:buNone/>
              <a:defRPr b="1" i="0" sz="900" u="none" cap="none" strike="noStrike">
                <a:solidFill>
                  <a:srgbClr val="BFBFBF"/>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BFBFBF"/>
              </a:buClr>
              <a:buSzPts val="900"/>
              <a:buFont typeface="Century Gothic"/>
              <a:buNone/>
              <a:defRPr b="1" i="0" sz="900" u="none" cap="none" strike="noStrike">
                <a:solidFill>
                  <a:srgbClr val="BFBFBF"/>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BFBFBF"/>
              </a:buClr>
              <a:buSzPts val="900"/>
              <a:buFont typeface="Century Gothic"/>
              <a:buNone/>
              <a:defRPr b="1" i="0" sz="900" u="none" cap="none" strike="noStrike">
                <a:solidFill>
                  <a:srgbClr val="BFBFBF"/>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BFBFBF"/>
              </a:buClr>
              <a:buSzPts val="900"/>
              <a:buFont typeface="Century Gothic"/>
              <a:buNone/>
              <a:defRPr b="1" i="0" sz="900" u="none" cap="none" strike="noStrike">
                <a:solidFill>
                  <a:srgbClr val="BFBFBF"/>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BFBFBF"/>
              </a:buClr>
              <a:buSzPts val="900"/>
              <a:buFont typeface="Century Gothic"/>
              <a:buNone/>
              <a:defRPr b="1" i="0" sz="900" u="none" cap="none" strike="noStrike">
                <a:solidFill>
                  <a:srgbClr val="BFBFBF"/>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BFBFBF"/>
              </a:buClr>
              <a:buSzPts val="900"/>
              <a:buFont typeface="Century Gothic"/>
              <a:buNone/>
              <a:defRPr b="1" i="0" sz="900" u="none" cap="none" strike="noStrike">
                <a:solidFill>
                  <a:srgbClr val="BFBFBF"/>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BFBFBF"/>
              </a:buClr>
              <a:buSzPts val="900"/>
              <a:buFont typeface="Century Gothic"/>
              <a:buNone/>
              <a:defRPr b="1" i="0" sz="900" u="none" cap="none" strike="noStrike">
                <a:solidFill>
                  <a:srgbClr val="BFBFB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mdpi.com/1660-4601/20/2/1514" TargetMode="External"/><Relationship Id="rId4" Type="http://schemas.openxmlformats.org/officeDocument/2006/relationships/hyperlink" Target="https://injuryprevention.bmj.com/content/29/2/134.abstrac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www.nature.com/articles/s41598-022-19358-3" TargetMode="External"/><Relationship Id="rId4" Type="http://schemas.openxmlformats.org/officeDocument/2006/relationships/hyperlink" Target="https://www.mdpi.com/2227-7080/10/3/57"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5.jpg"/><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
          <p:cNvSpPr txBox="1"/>
          <p:nvPr>
            <p:ph idx="4294967295" type="subTitle"/>
          </p:nvPr>
        </p:nvSpPr>
        <p:spPr>
          <a:xfrm>
            <a:off x="3897886" y="3285115"/>
            <a:ext cx="4093606" cy="740921"/>
          </a:xfrm>
          <a:prstGeom prst="rect">
            <a:avLst/>
          </a:prstGeom>
          <a:noFill/>
          <a:ln>
            <a:noFill/>
          </a:ln>
        </p:spPr>
        <p:txBody>
          <a:bodyPr anchorCtr="0" anchor="t" bIns="45700" lIns="45700" spcFirstLastPara="1" rIns="45700" wrap="square" tIns="45700">
            <a:normAutofit/>
          </a:bodyPr>
          <a:lstStyle/>
          <a:p>
            <a:pPr indent="0" lvl="0" marL="0" marR="0" rtl="0" algn="ctr">
              <a:lnSpc>
                <a:spcPct val="100000"/>
              </a:lnSpc>
              <a:spcBef>
                <a:spcPts val="0"/>
              </a:spcBef>
              <a:spcAft>
                <a:spcPts val="0"/>
              </a:spcAft>
              <a:buClr>
                <a:schemeClr val="accent3"/>
              </a:buClr>
              <a:buSzPts val="2400"/>
              <a:buFont typeface="Arial"/>
              <a:buNone/>
            </a:pPr>
            <a:r>
              <a:rPr b="1" i="0" lang="en-US" sz="2400" u="sng" cap="small" strike="noStrike">
                <a:solidFill>
                  <a:schemeClr val="accent3"/>
                </a:solidFill>
                <a:latin typeface="Century Gothic"/>
                <a:ea typeface="Century Gothic"/>
                <a:cs typeface="Century Gothic"/>
                <a:sym typeface="Century Gothic"/>
              </a:rPr>
              <a:t>FINAL REVIEW REPORT </a:t>
            </a:r>
            <a:endParaRPr/>
          </a:p>
        </p:txBody>
      </p:sp>
      <p:pic>
        <p:nvPicPr>
          <p:cNvPr descr="Picture 4" id="82" name="Google Shape;82;p1"/>
          <p:cNvPicPr preferRelativeResize="0"/>
          <p:nvPr/>
        </p:nvPicPr>
        <p:blipFill rotWithShape="1">
          <a:blip r:embed="rId3">
            <a:alphaModFix/>
          </a:blip>
          <a:srcRect b="3" l="0" r="0" t="0"/>
          <a:stretch/>
        </p:blipFill>
        <p:spPr>
          <a:xfrm>
            <a:off x="8230611" y="294402"/>
            <a:ext cx="3595125" cy="1141414"/>
          </a:xfrm>
          <a:custGeom>
            <a:rect b="b" l="l" r="r" t="t"/>
            <a:pathLst>
              <a:path extrusionOk="0" h="21600" w="21600">
                <a:moveTo>
                  <a:pt x="241" y="0"/>
                </a:moveTo>
                <a:cubicBezTo>
                  <a:pt x="108" y="0"/>
                  <a:pt x="0" y="339"/>
                  <a:pt x="0" y="759"/>
                </a:cubicBezTo>
                <a:lnTo>
                  <a:pt x="0" y="20841"/>
                </a:lnTo>
                <a:cubicBezTo>
                  <a:pt x="0" y="21261"/>
                  <a:pt x="108" y="21600"/>
                  <a:pt x="241" y="21600"/>
                </a:cubicBezTo>
                <a:lnTo>
                  <a:pt x="21357" y="21600"/>
                </a:lnTo>
                <a:cubicBezTo>
                  <a:pt x="21490" y="21600"/>
                  <a:pt x="21600" y="21261"/>
                  <a:pt x="21600" y="20841"/>
                </a:cubicBezTo>
                <a:lnTo>
                  <a:pt x="21600" y="759"/>
                </a:lnTo>
                <a:cubicBezTo>
                  <a:pt x="21600" y="339"/>
                  <a:pt x="21490" y="0"/>
                  <a:pt x="21357" y="0"/>
                </a:cubicBezTo>
                <a:lnTo>
                  <a:pt x="241" y="0"/>
                </a:lnTo>
                <a:close/>
              </a:path>
            </a:pathLst>
          </a:custGeom>
          <a:noFill/>
          <a:ln cap="flat" cmpd="sng" w="38100">
            <a:solidFill>
              <a:srgbClr val="2F353D"/>
            </a:solidFill>
            <a:prstDash val="solid"/>
            <a:round/>
            <a:headEnd len="sm" w="sm" type="none"/>
            <a:tailEnd len="sm" w="sm" type="none"/>
          </a:ln>
        </p:spPr>
      </p:pic>
      <p:sp>
        <p:nvSpPr>
          <p:cNvPr id="83" name="Google Shape;83;p1"/>
          <p:cNvSpPr txBox="1"/>
          <p:nvPr/>
        </p:nvSpPr>
        <p:spPr>
          <a:xfrm>
            <a:off x="7884690" y="1618183"/>
            <a:ext cx="4185008" cy="3073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FFFFFF"/>
              </a:buClr>
              <a:buSzPts val="1400"/>
              <a:buFont typeface="Century Gothic"/>
              <a:buNone/>
            </a:pPr>
            <a:r>
              <a:rPr b="1" i="0" lang="en-US" sz="1400" u="none" cap="none" strike="noStrike">
                <a:solidFill>
                  <a:srgbClr val="FFFFFF"/>
                </a:solidFill>
                <a:latin typeface="Century Gothic"/>
                <a:ea typeface="Century Gothic"/>
                <a:cs typeface="Century Gothic"/>
                <a:sym typeface="Century Gothic"/>
              </a:rPr>
              <a:t>School of Computer Science and Engineering</a:t>
            </a:r>
            <a:endParaRPr/>
          </a:p>
        </p:txBody>
      </p:sp>
      <p:sp>
        <p:nvSpPr>
          <p:cNvPr id="84" name="Google Shape;84;p1"/>
          <p:cNvSpPr txBox="1"/>
          <p:nvPr/>
        </p:nvSpPr>
        <p:spPr>
          <a:xfrm>
            <a:off x="415177" y="3953166"/>
            <a:ext cx="3539743" cy="2326641"/>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FFFFFF"/>
              </a:buClr>
              <a:buSzPts val="1800"/>
              <a:buFont typeface="Century Gothic"/>
              <a:buNone/>
            </a:pPr>
            <a:r>
              <a:rPr b="0" i="0" lang="en-US" sz="1800" u="none" cap="none" strike="noStrike">
                <a:solidFill>
                  <a:srgbClr val="FFFFFF"/>
                </a:solidFill>
                <a:latin typeface="Century Gothic"/>
                <a:ea typeface="Century Gothic"/>
                <a:cs typeface="Century Gothic"/>
                <a:sym typeface="Century Gothic"/>
              </a:rPr>
              <a:t>Submitted by</a:t>
            </a:r>
            <a:endParaRPr/>
          </a:p>
          <a:p>
            <a:pPr indent="0" lvl="0" marL="0" marR="0" rtl="0" algn="ctr">
              <a:lnSpc>
                <a:spcPct val="100000"/>
              </a:lnSpc>
              <a:spcBef>
                <a:spcPts val="0"/>
              </a:spcBef>
              <a:spcAft>
                <a:spcPts val="0"/>
              </a:spcAft>
              <a:buClr>
                <a:srgbClr val="FFFFFF"/>
              </a:buClr>
              <a:buSzPts val="1800"/>
              <a:buFont typeface="Century Gothic"/>
              <a:buNone/>
            </a:pPr>
            <a:r>
              <a:rPr b="0" i="0" lang="en-US" sz="1800" u="none" cap="none" strike="noStrike">
                <a:solidFill>
                  <a:srgbClr val="FFFFFF"/>
                </a:solidFill>
                <a:latin typeface="Century Gothic"/>
                <a:ea typeface="Century Gothic"/>
                <a:cs typeface="Century Gothic"/>
                <a:sym typeface="Century Gothic"/>
              </a:rPr>
              <a:t>Team - 1</a:t>
            </a:r>
            <a:endParaRPr/>
          </a:p>
          <a:p>
            <a:pPr indent="0" lvl="0" marL="0" marR="0" rtl="0" algn="ctr">
              <a:lnSpc>
                <a:spcPct val="100000"/>
              </a:lnSpc>
              <a:spcBef>
                <a:spcPts val="0"/>
              </a:spcBef>
              <a:spcAft>
                <a:spcPts val="0"/>
              </a:spcAft>
              <a:buClr>
                <a:srgbClr val="FFFFFF"/>
              </a:buClr>
              <a:buSzPts val="1800"/>
              <a:buFont typeface="Century Gothic"/>
              <a:buNone/>
            </a:pPr>
            <a:r>
              <a:t/>
            </a:r>
            <a:endParaRPr b="0" i="0" sz="1800" u="none" cap="none" strike="noStrike">
              <a:solidFill>
                <a:srgbClr val="000000"/>
              </a:solidFill>
              <a:latin typeface="Century Gothic"/>
              <a:ea typeface="Century Gothic"/>
              <a:cs typeface="Century Gothic"/>
              <a:sym typeface="Century Gothic"/>
            </a:endParaRPr>
          </a:p>
          <a:p>
            <a:pPr indent="0" lvl="0" marL="0" marR="0" rtl="0" algn="ctr">
              <a:lnSpc>
                <a:spcPct val="100000"/>
              </a:lnSpc>
              <a:spcBef>
                <a:spcPts val="0"/>
              </a:spcBef>
              <a:spcAft>
                <a:spcPts val="0"/>
              </a:spcAft>
              <a:buClr>
                <a:srgbClr val="FFFFFF"/>
              </a:buClr>
              <a:buSzPts val="1800"/>
              <a:buFont typeface="Century Gothic"/>
              <a:buNone/>
            </a:pPr>
            <a:r>
              <a:rPr b="0" i="0" lang="en-US" sz="1800" u="none" cap="none" strike="noStrike">
                <a:solidFill>
                  <a:srgbClr val="FFFFFF"/>
                </a:solidFill>
                <a:latin typeface="Century Gothic"/>
                <a:ea typeface="Century Gothic"/>
                <a:cs typeface="Century Gothic"/>
                <a:sym typeface="Century Gothic"/>
              </a:rPr>
              <a:t>Nida Ghani - 20BCE2850</a:t>
            </a:r>
            <a:endParaRPr/>
          </a:p>
          <a:p>
            <a:pPr indent="0" lvl="0" marL="0" marR="0" rtl="0" algn="ctr">
              <a:lnSpc>
                <a:spcPct val="100000"/>
              </a:lnSpc>
              <a:spcBef>
                <a:spcPts val="0"/>
              </a:spcBef>
              <a:spcAft>
                <a:spcPts val="0"/>
              </a:spcAft>
              <a:buClr>
                <a:srgbClr val="FFFFFF"/>
              </a:buClr>
              <a:buSzPts val="1800"/>
              <a:buFont typeface="Century Gothic"/>
              <a:buNone/>
            </a:pPr>
            <a:r>
              <a:rPr b="0" i="0" lang="en-US" sz="1800" u="none" cap="none" strike="noStrike">
                <a:solidFill>
                  <a:srgbClr val="FFFFFF"/>
                </a:solidFill>
                <a:latin typeface="Century Gothic"/>
                <a:ea typeface="Century Gothic"/>
                <a:cs typeface="Century Gothic"/>
                <a:sym typeface="Century Gothic"/>
              </a:rPr>
              <a:t>Tushar Singh - 20BCT0197</a:t>
            </a:r>
            <a:endParaRPr/>
          </a:p>
          <a:p>
            <a:pPr indent="0" lvl="0" marL="0" marR="0" rtl="0" algn="ctr">
              <a:lnSpc>
                <a:spcPct val="100000"/>
              </a:lnSpc>
              <a:spcBef>
                <a:spcPts val="0"/>
              </a:spcBef>
              <a:spcAft>
                <a:spcPts val="0"/>
              </a:spcAft>
              <a:buClr>
                <a:srgbClr val="FFFFFF"/>
              </a:buClr>
              <a:buSzPts val="1800"/>
              <a:buFont typeface="Century Gothic"/>
              <a:buNone/>
            </a:pPr>
            <a:r>
              <a:rPr b="0" i="0" lang="en-US" sz="1800" u="none" cap="none" strike="noStrike">
                <a:solidFill>
                  <a:srgbClr val="FFFFFF"/>
                </a:solidFill>
                <a:latin typeface="Century Gothic"/>
                <a:ea typeface="Century Gothic"/>
                <a:cs typeface="Century Gothic"/>
                <a:sym typeface="Century Gothic"/>
              </a:rPr>
              <a:t>Arnab Mandal - 20BCE0026</a:t>
            </a:r>
            <a:endParaRPr/>
          </a:p>
          <a:p>
            <a:pPr indent="0" lvl="0" marL="0" marR="0" rtl="0" algn="ctr">
              <a:lnSpc>
                <a:spcPct val="100000"/>
              </a:lnSpc>
              <a:spcBef>
                <a:spcPts val="0"/>
              </a:spcBef>
              <a:spcAft>
                <a:spcPts val="0"/>
              </a:spcAft>
              <a:buClr>
                <a:srgbClr val="FFFFFF"/>
              </a:buClr>
              <a:buSzPts val="1800"/>
              <a:buFont typeface="Century Gothic"/>
              <a:buNone/>
            </a:pPr>
            <a:r>
              <a:rPr b="0" i="0" lang="en-US" sz="1800" u="none" cap="none" strike="noStrike">
                <a:solidFill>
                  <a:srgbClr val="FFFFFF"/>
                </a:solidFill>
                <a:latin typeface="Century Gothic"/>
                <a:ea typeface="Century Gothic"/>
                <a:cs typeface="Century Gothic"/>
                <a:sym typeface="Century Gothic"/>
              </a:rPr>
              <a:t>Mayank Puri - 20BDS0256</a:t>
            </a:r>
            <a:endParaRPr/>
          </a:p>
          <a:p>
            <a:pPr indent="0" lvl="0" marL="0" marR="0" rtl="0" algn="ctr">
              <a:lnSpc>
                <a:spcPct val="100000"/>
              </a:lnSpc>
              <a:spcBef>
                <a:spcPts val="0"/>
              </a:spcBef>
              <a:spcAft>
                <a:spcPts val="0"/>
              </a:spcAft>
              <a:buClr>
                <a:srgbClr val="FFFFFF"/>
              </a:buClr>
              <a:buSzPts val="1800"/>
              <a:buFont typeface="Century Gothic"/>
              <a:buNone/>
            </a:pPr>
            <a:r>
              <a:rPr b="0" i="0" lang="en-US" sz="1800" u="none" cap="none" strike="noStrike">
                <a:solidFill>
                  <a:srgbClr val="FFFFFF"/>
                </a:solidFill>
                <a:latin typeface="Century Gothic"/>
                <a:ea typeface="Century Gothic"/>
                <a:cs typeface="Century Gothic"/>
                <a:sym typeface="Century Gothic"/>
              </a:rPr>
              <a:t>Pulkit Sharma - 20BCE0615 </a:t>
            </a:r>
            <a:endParaRPr/>
          </a:p>
        </p:txBody>
      </p:sp>
      <p:sp>
        <p:nvSpPr>
          <p:cNvPr id="85" name="Google Shape;85;p1"/>
          <p:cNvSpPr txBox="1"/>
          <p:nvPr/>
        </p:nvSpPr>
        <p:spPr>
          <a:xfrm>
            <a:off x="6781447" y="2190854"/>
            <a:ext cx="5212784" cy="650241"/>
          </a:xfrm>
          <a:prstGeom prst="rect">
            <a:avLst/>
          </a:prstGeom>
          <a:noFill/>
          <a:ln>
            <a:noFill/>
          </a:ln>
        </p:spPr>
        <p:txBody>
          <a:bodyPr anchorCtr="0" anchor="t" bIns="45700" lIns="45700" spcFirstLastPara="1" rIns="45700" wrap="square" tIns="45700">
            <a:spAutoFit/>
          </a:bodyPr>
          <a:lstStyle/>
          <a:p>
            <a:pPr indent="0" lvl="0" marL="0" marR="0" rtl="0" algn="r">
              <a:lnSpc>
                <a:spcPct val="100000"/>
              </a:lnSpc>
              <a:spcBef>
                <a:spcPts val="0"/>
              </a:spcBef>
              <a:spcAft>
                <a:spcPts val="0"/>
              </a:spcAft>
              <a:buClr>
                <a:srgbClr val="FFFFFF"/>
              </a:buClr>
              <a:buSzPts val="1800"/>
              <a:buFont typeface="Century Gothic"/>
              <a:buNone/>
            </a:pPr>
            <a:r>
              <a:rPr b="0" i="0" lang="en-US" sz="1800" u="sng" cap="none" strike="noStrike">
                <a:solidFill>
                  <a:srgbClr val="FFFFFF"/>
                </a:solidFill>
                <a:latin typeface="Century Gothic"/>
                <a:ea typeface="Century Gothic"/>
                <a:cs typeface="Century Gothic"/>
                <a:sym typeface="Century Gothic"/>
              </a:rPr>
              <a:t>NATURAL LANGUAGE PROCESSING (CSE4022)  PROJECT COMPONENT</a:t>
            </a:r>
            <a:endParaRPr/>
          </a:p>
        </p:txBody>
      </p:sp>
      <p:sp>
        <p:nvSpPr>
          <p:cNvPr id="86" name="Google Shape;86;p1"/>
          <p:cNvSpPr txBox="1"/>
          <p:nvPr/>
        </p:nvSpPr>
        <p:spPr>
          <a:xfrm>
            <a:off x="9041946" y="4922982"/>
            <a:ext cx="2838192" cy="840741"/>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FFFFFF"/>
              </a:buClr>
              <a:buSzPts val="1600"/>
              <a:buFont typeface="Century Gothic"/>
              <a:buNone/>
            </a:pPr>
            <a:r>
              <a:rPr b="0" i="1" lang="en-US" sz="1600" u="none" cap="none" strike="noStrike">
                <a:solidFill>
                  <a:srgbClr val="FFFFFF"/>
                </a:solidFill>
                <a:latin typeface="Century Gothic"/>
                <a:ea typeface="Century Gothic"/>
                <a:cs typeface="Century Gothic"/>
                <a:sym typeface="Century Gothic"/>
              </a:rPr>
              <a:t>Submitted To,</a:t>
            </a:r>
            <a:endParaRPr/>
          </a:p>
          <a:p>
            <a:pPr indent="0" lvl="0" marL="0" marR="0" rtl="0" algn="ctr">
              <a:lnSpc>
                <a:spcPct val="100000"/>
              </a:lnSpc>
              <a:spcBef>
                <a:spcPts val="0"/>
              </a:spcBef>
              <a:spcAft>
                <a:spcPts val="0"/>
              </a:spcAft>
              <a:buClr>
                <a:srgbClr val="FFFFFF"/>
              </a:buClr>
              <a:buSzPts val="1800"/>
              <a:buFont typeface="Century Gothic"/>
              <a:buNone/>
            </a:pPr>
            <a:r>
              <a:t/>
            </a:r>
            <a:endParaRPr b="0" i="0" sz="1800" u="none" cap="none" strike="noStrike">
              <a:solidFill>
                <a:srgbClr val="000000"/>
              </a:solidFill>
              <a:latin typeface="Century Gothic"/>
              <a:ea typeface="Century Gothic"/>
              <a:cs typeface="Century Gothic"/>
              <a:sym typeface="Century Gothic"/>
            </a:endParaRPr>
          </a:p>
          <a:p>
            <a:pPr indent="0" lvl="0" marL="0" marR="0" rtl="0" algn="ctr">
              <a:lnSpc>
                <a:spcPct val="100000"/>
              </a:lnSpc>
              <a:spcBef>
                <a:spcPts val="0"/>
              </a:spcBef>
              <a:spcAft>
                <a:spcPts val="0"/>
              </a:spcAft>
              <a:buClr>
                <a:srgbClr val="FFFFFF"/>
              </a:buClr>
              <a:buSzPts val="1800"/>
              <a:buFont typeface="Century Gothic"/>
              <a:buNone/>
            </a:pPr>
            <a:r>
              <a:rPr b="0" i="0" lang="en-US" sz="1800" u="none" cap="none" strike="noStrike">
                <a:solidFill>
                  <a:srgbClr val="FFFFFF"/>
                </a:solidFill>
                <a:latin typeface="Century Gothic"/>
                <a:ea typeface="Century Gothic"/>
                <a:cs typeface="Century Gothic"/>
                <a:sym typeface="Century Gothic"/>
              </a:rPr>
              <a:t>Sathyaraj R</a:t>
            </a:r>
            <a:endParaRPr/>
          </a:p>
        </p:txBody>
      </p:sp>
      <p:sp>
        <p:nvSpPr>
          <p:cNvPr id="87" name="Google Shape;87;p1"/>
          <p:cNvSpPr txBox="1"/>
          <p:nvPr/>
        </p:nvSpPr>
        <p:spPr>
          <a:xfrm>
            <a:off x="4747025" y="6123709"/>
            <a:ext cx="2587110" cy="307341"/>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FFFFFF"/>
              </a:buClr>
              <a:buSzPts val="1400"/>
              <a:buFont typeface="Century Gothic"/>
              <a:buNone/>
            </a:pPr>
            <a:r>
              <a:rPr b="0" i="0" lang="en-US" sz="1400" u="none" cap="none" strike="noStrike">
                <a:solidFill>
                  <a:srgbClr val="FFFFFF"/>
                </a:solidFill>
                <a:latin typeface="Century Gothic"/>
                <a:ea typeface="Century Gothic"/>
                <a:cs typeface="Century Gothic"/>
                <a:sym typeface="Century Gothic"/>
              </a:rPr>
              <a:t> 17</a:t>
            </a:r>
            <a:r>
              <a:rPr b="0" baseline="30000" i="0" lang="en-US" sz="1400" u="none" cap="none" strike="noStrike">
                <a:solidFill>
                  <a:srgbClr val="FFFFFF"/>
                </a:solidFill>
                <a:latin typeface="Century Gothic"/>
                <a:ea typeface="Century Gothic"/>
                <a:cs typeface="Century Gothic"/>
                <a:sym typeface="Century Gothic"/>
              </a:rPr>
              <a:t>th</a:t>
            </a:r>
            <a:r>
              <a:rPr b="0" i="0" lang="en-US" sz="1400" u="none" cap="none" strike="noStrike">
                <a:solidFill>
                  <a:srgbClr val="FFFFFF"/>
                </a:solidFill>
                <a:latin typeface="Century Gothic"/>
                <a:ea typeface="Century Gothic"/>
                <a:cs typeface="Century Gothic"/>
                <a:sym typeface="Century Gothic"/>
              </a:rPr>
              <a:t> November, 2023</a:t>
            </a:r>
            <a:endParaRPr/>
          </a:p>
        </p:txBody>
      </p:sp>
      <p:sp>
        <p:nvSpPr>
          <p:cNvPr id="88" name="Google Shape;88;p1"/>
          <p:cNvSpPr txBox="1"/>
          <p:nvPr/>
        </p:nvSpPr>
        <p:spPr>
          <a:xfrm>
            <a:off x="192024" y="630936"/>
            <a:ext cx="5843016" cy="1754324"/>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chemeClr val="lt1"/>
              </a:buClr>
              <a:buSzPts val="3600"/>
              <a:buFont typeface="Arial"/>
              <a:buNone/>
            </a:pPr>
            <a:r>
              <a:rPr b="1" i="0" lang="en-US" sz="3600" u="sng" cap="none" strike="noStrike">
                <a:solidFill>
                  <a:schemeClr val="lt1"/>
                </a:solidFill>
                <a:latin typeface="Arial"/>
                <a:ea typeface="Arial"/>
                <a:cs typeface="Arial"/>
                <a:sym typeface="Arial"/>
              </a:rPr>
              <a:t>NLP TECHNIQUES TO IDENTIFY INDIVIDUALS THAT ARE AT RISK OF SELF HARM</a:t>
            </a:r>
            <a:endParaRPr b="1" i="0" sz="3600" u="sng" cap="none" strike="noStrike">
              <a:solidFill>
                <a:schemeClr val="lt1"/>
              </a:solidFill>
              <a:latin typeface="Arial"/>
              <a:ea typeface="Arial"/>
              <a:cs typeface="Arial"/>
              <a:sym typeface="Arial"/>
            </a:endParaRPr>
          </a:p>
        </p:txBody>
      </p:sp>
    </p:spTree>
  </p:cSld>
  <p:clrMapOvr>
    <a:masterClrMapping/>
  </p:clrMapOvr>
  <mc:AlternateContent>
    <mc:Choice Requires="p14">
      <p:transition spd="slow" p14:dur="12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nvSpPr>
        <p:spPr>
          <a:xfrm>
            <a:off x="489602" y="323850"/>
            <a:ext cx="3322303" cy="830247"/>
          </a:xfrm>
          <a:prstGeom prst="rect">
            <a:avLst/>
          </a:prstGeom>
          <a:noFill/>
          <a:ln>
            <a:noFill/>
          </a:ln>
        </p:spPr>
        <p:txBody>
          <a:bodyPr anchorCtr="0" anchor="ctr" bIns="45700" lIns="45700" spcFirstLastPara="1" rIns="45700" wrap="square" tIns="45700">
            <a:normAutofit/>
          </a:bodyPr>
          <a:lstStyle/>
          <a:p>
            <a:pPr indent="0" lvl="0" marL="0" marR="0" rtl="0" algn="l">
              <a:lnSpc>
                <a:spcPct val="100000"/>
              </a:lnSpc>
              <a:spcBef>
                <a:spcPts val="0"/>
              </a:spcBef>
              <a:spcAft>
                <a:spcPts val="0"/>
              </a:spcAft>
              <a:buClr>
                <a:schemeClr val="accent4"/>
              </a:buClr>
              <a:buSzPts val="4000"/>
              <a:buFont typeface="Century Gothic"/>
              <a:buNone/>
            </a:pPr>
            <a:r>
              <a:rPr b="1" i="0" lang="en-US" sz="4000" u="none" cap="none" strike="noStrike">
                <a:solidFill>
                  <a:schemeClr val="accent4"/>
                </a:solidFill>
                <a:latin typeface="Century Gothic"/>
                <a:ea typeface="Century Gothic"/>
                <a:cs typeface="Century Gothic"/>
                <a:sym typeface="Century Gothic"/>
              </a:rPr>
              <a:t>ABSTRACT :</a:t>
            </a:r>
            <a:endParaRPr/>
          </a:p>
        </p:txBody>
      </p:sp>
      <p:sp>
        <p:nvSpPr>
          <p:cNvPr id="94" name="Google Shape;94;p2"/>
          <p:cNvSpPr txBox="1"/>
          <p:nvPr/>
        </p:nvSpPr>
        <p:spPr>
          <a:xfrm>
            <a:off x="407669" y="1233995"/>
            <a:ext cx="6633212" cy="5202317"/>
          </a:xfrm>
          <a:prstGeom prst="rect">
            <a:avLst/>
          </a:prstGeom>
          <a:noFill/>
          <a:ln>
            <a:noFill/>
          </a:ln>
        </p:spPr>
        <p:txBody>
          <a:bodyPr anchorCtr="0" anchor="ctr" bIns="45700" lIns="45700" spcFirstLastPara="1" rIns="45700" wrap="square" tIns="45700">
            <a:normAutofit lnSpcReduction="10000"/>
          </a:bodyPr>
          <a:lstStyle/>
          <a:p>
            <a:pPr indent="0" lvl="0" marL="0" marR="0" rtl="0" algn="l">
              <a:lnSpc>
                <a:spcPct val="81000"/>
              </a:lnSpc>
              <a:spcBef>
                <a:spcPts val="0"/>
              </a:spcBef>
              <a:spcAft>
                <a:spcPts val="0"/>
              </a:spcAft>
              <a:buClr>
                <a:schemeClr val="accent2"/>
              </a:buClr>
              <a:buSzPts val="1919"/>
              <a:buFont typeface="Aharoni"/>
              <a:buNone/>
            </a:pPr>
            <a:r>
              <a:rPr b="1" i="0" lang="en-US" sz="1919" u="none" cap="small" strike="noStrike">
                <a:solidFill>
                  <a:schemeClr val="accent2"/>
                </a:solidFill>
                <a:latin typeface="Aharoni"/>
                <a:ea typeface="Aharoni"/>
                <a:cs typeface="Aharoni"/>
                <a:sym typeface="Aharoni"/>
              </a:rPr>
              <a:t>Suicide ideation is a critical mental health concern that poses a significant public health concern worldwide. Early detection of this type of ideation is crucial for timely intervention and support. Natural Language Processing (NLP) techniques have emerged as promising tools for automating the identification of suicide ideation in text data, such as social media posts, online forums, and chat transcripts. This project explores the application of the TF-IDF  (Term Frequency - Inverse Document Frequency) NLP technique to detect and analyze suicide ideation in Tweets found from the social media platform Twitter. Furthermore, it is important to acknowledge that various mental health disorders, such as Borderline Personality Disorder or Chronic anxiety, often go unnoticed due to the lack of timely intervention. Therefore, this research not only focuses on suicide ideation detection but also highlights the broader implications of NLP, machine learning, and deep learning techniques in identifying and addressing a spectrum of mental health issues from digital life data.</a:t>
            </a:r>
            <a:endParaRPr/>
          </a:p>
        </p:txBody>
      </p:sp>
      <p:pic>
        <p:nvPicPr>
          <p:cNvPr descr="Picture 4" id="95" name="Google Shape;95;p2"/>
          <p:cNvPicPr preferRelativeResize="0"/>
          <p:nvPr/>
        </p:nvPicPr>
        <p:blipFill rotWithShape="1">
          <a:blip r:embed="rId3">
            <a:alphaModFix/>
          </a:blip>
          <a:srcRect b="0" l="22621" r="11906" t="0"/>
          <a:stretch/>
        </p:blipFill>
        <p:spPr>
          <a:xfrm>
            <a:off x="7429837" y="639191"/>
            <a:ext cx="4400154" cy="5628445"/>
          </a:xfrm>
          <a:custGeom>
            <a:rect b="b" l="l" r="r" t="t"/>
            <a:pathLst>
              <a:path extrusionOk="0" h="21600" w="21600">
                <a:moveTo>
                  <a:pt x="760" y="0"/>
                </a:moveTo>
                <a:cubicBezTo>
                  <a:pt x="340" y="0"/>
                  <a:pt x="0" y="266"/>
                  <a:pt x="0" y="594"/>
                </a:cubicBezTo>
                <a:lnTo>
                  <a:pt x="0" y="21006"/>
                </a:lnTo>
                <a:cubicBezTo>
                  <a:pt x="0" y="21334"/>
                  <a:pt x="340" y="21600"/>
                  <a:pt x="760" y="21600"/>
                </a:cubicBezTo>
                <a:lnTo>
                  <a:pt x="20840" y="21600"/>
                </a:lnTo>
                <a:cubicBezTo>
                  <a:pt x="21260" y="21600"/>
                  <a:pt x="21600" y="21334"/>
                  <a:pt x="21600" y="21006"/>
                </a:cubicBezTo>
                <a:lnTo>
                  <a:pt x="21600" y="594"/>
                </a:lnTo>
                <a:cubicBezTo>
                  <a:pt x="21600" y="266"/>
                  <a:pt x="21260" y="0"/>
                  <a:pt x="20840" y="0"/>
                </a:cubicBezTo>
                <a:lnTo>
                  <a:pt x="760" y="0"/>
                </a:lnTo>
                <a:close/>
              </a:path>
            </a:pathLst>
          </a:custGeom>
          <a:noFill/>
          <a:ln cap="flat" cmpd="sng" w="38100">
            <a:solidFill>
              <a:srgbClr val="2F353D"/>
            </a:solidFill>
            <a:prstDash val="solid"/>
            <a:round/>
            <a:headEnd len="sm" w="sm" type="none"/>
            <a:tailEnd len="sm" w="sm" type="none"/>
          </a:ln>
        </p:spPr>
      </p:pic>
    </p:spTree>
  </p:cSld>
  <p:clrMapOvr>
    <a:masterClrMapping/>
  </p:clrMapOvr>
  <mc:AlternateContent>
    <mc:Choice Requires="p14">
      <p:transition spd="slow" p14:dur="12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500"/>
                                        <p:tgtEl>
                                          <p:spTgt spid="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4"/>
                                        </p:tgtEl>
                                        <p:attrNameLst>
                                          <p:attrName>style.visibility</p:attrName>
                                        </p:attrNameLst>
                                      </p:cBhvr>
                                      <p:to>
                                        <p:strVal val="visible"/>
                                      </p:to>
                                    </p:set>
                                    <p:anim calcmode="lin" valueType="num">
                                      <p:cBhvr additive="base">
                                        <p:cTn dur="1000"/>
                                        <p:tgtEl>
                                          <p:spTgt spid="9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descr="Picture 6" id="100" name="Google Shape;100;p3"/>
          <p:cNvPicPr preferRelativeResize="0"/>
          <p:nvPr/>
        </p:nvPicPr>
        <p:blipFill rotWithShape="1">
          <a:blip r:embed="rId3">
            <a:alphaModFix amt="15000"/>
          </a:blip>
          <a:srcRect b="0" l="0" r="0" t="0"/>
          <a:stretch/>
        </p:blipFill>
        <p:spPr>
          <a:xfrm>
            <a:off x="19" y="-17747"/>
            <a:ext cx="12191981" cy="6857991"/>
          </a:xfrm>
          <a:prstGeom prst="rect">
            <a:avLst/>
          </a:prstGeom>
          <a:noFill/>
          <a:ln>
            <a:noFill/>
          </a:ln>
        </p:spPr>
      </p:pic>
      <p:sp>
        <p:nvSpPr>
          <p:cNvPr id="101" name="Google Shape;101;p3"/>
          <p:cNvSpPr txBox="1"/>
          <p:nvPr>
            <p:ph type="title"/>
          </p:nvPr>
        </p:nvSpPr>
        <p:spPr>
          <a:xfrm>
            <a:off x="1141413" y="609600"/>
            <a:ext cx="9905998" cy="1162050"/>
          </a:xfrm>
          <a:prstGeom prst="rect">
            <a:avLst/>
          </a:prstGeom>
          <a:noFill/>
          <a:ln>
            <a:noFill/>
          </a:ln>
        </p:spPr>
        <p:txBody>
          <a:bodyPr anchorCtr="0" anchor="ctr" bIns="45700" lIns="45700" spcFirstLastPara="1" rIns="45700" wrap="square" tIns="45700">
            <a:normAutofit/>
          </a:bodyPr>
          <a:lstStyle/>
          <a:p>
            <a:pPr indent="0" lvl="0" marL="0" rtl="0" algn="l">
              <a:lnSpc>
                <a:spcPct val="100000"/>
              </a:lnSpc>
              <a:spcBef>
                <a:spcPts val="0"/>
              </a:spcBef>
              <a:spcAft>
                <a:spcPts val="0"/>
              </a:spcAft>
              <a:buClr>
                <a:schemeClr val="accent4"/>
              </a:buClr>
              <a:buSzPts val="4000"/>
              <a:buFont typeface="Century Gothic"/>
              <a:buNone/>
            </a:pPr>
            <a:r>
              <a:rPr b="1" lang="en-US" sz="4000">
                <a:solidFill>
                  <a:schemeClr val="accent4"/>
                </a:solidFill>
              </a:rPr>
              <a:t>INTRODUCTION :</a:t>
            </a:r>
            <a:endParaRPr/>
          </a:p>
        </p:txBody>
      </p:sp>
      <p:sp>
        <p:nvSpPr>
          <p:cNvPr id="102" name="Google Shape;102;p3"/>
          <p:cNvSpPr txBox="1"/>
          <p:nvPr/>
        </p:nvSpPr>
        <p:spPr>
          <a:xfrm>
            <a:off x="1187133" y="1657350"/>
            <a:ext cx="9814558" cy="4495799"/>
          </a:xfrm>
          <a:prstGeom prst="rect">
            <a:avLst/>
          </a:prstGeom>
          <a:noFill/>
          <a:ln>
            <a:noFill/>
          </a:ln>
        </p:spPr>
        <p:txBody>
          <a:bodyPr anchorCtr="0" anchor="ctr" bIns="45700" lIns="45700" spcFirstLastPara="1" rIns="45700" wrap="square" tIns="45700">
            <a:normAutofit/>
          </a:bodyPr>
          <a:lstStyle/>
          <a:p>
            <a:pPr indent="0" lvl="0" marL="0" marR="0" rtl="0" algn="l">
              <a:lnSpc>
                <a:spcPct val="90000"/>
              </a:lnSpc>
              <a:spcBef>
                <a:spcPts val="0"/>
              </a:spcBef>
              <a:spcAft>
                <a:spcPts val="0"/>
              </a:spcAft>
              <a:buClr>
                <a:schemeClr val="accent2"/>
              </a:buClr>
              <a:buSzPts val="1940"/>
              <a:buFont typeface="Aharoni"/>
              <a:buNone/>
            </a:pPr>
            <a:r>
              <a:rPr b="1" i="0" lang="en-US" sz="1940" u="none" cap="small" strike="noStrike">
                <a:solidFill>
                  <a:schemeClr val="accent2"/>
                </a:solidFill>
                <a:latin typeface="Aharoni"/>
                <a:ea typeface="Aharoni"/>
                <a:cs typeface="Aharoni"/>
                <a:sym typeface="Aharoni"/>
              </a:rPr>
              <a:t>Suicide ideation, the contemplation of self-harm or suicide, stands as a grave and pervasive public health concern, bearing profound consequences for both individuals and society as a whole. The awareness of mental health still remains to be a challenge as it is often very difficult to detect it. Timely identification and intervention are crucial in preventing suicide. Natural Language Processing (NLP), a field at the intersection of linguistics and artificial intelligence, offers promising tools to address this challenge by automating the detection of suicidal signals within text data.This project, "NLP Techniques to identify individuals that are at risk of self harm" is driven by the pressing need for innovative approaches to identify individuals at risk of suicide ideation through their written expressions. The prevalence of online communication platforms, such as social media, forums, and chat applications, has generated vast amounts of textual data that can provide valuable insights into individuals' mental health states.  Leveraging NLP techniques, we aim to harness this data to create a proactive and efficient system for detecting signs of suicide ideation, ultimately facilitating timely intervention and support.</a:t>
            </a:r>
            <a:endParaRPr/>
          </a:p>
        </p:txBody>
      </p:sp>
    </p:spTree>
  </p:cSld>
  <p:clrMapOvr>
    <a:masterClrMapping/>
  </p:clrMapOvr>
  <mc:AlternateContent>
    <mc:Choice Requires="p14">
      <p:transition spd="slow" p14:dur="12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2"/>
                                        </p:tgtEl>
                                        <p:attrNameLst>
                                          <p:attrName>style.visibility</p:attrName>
                                        </p:attrNameLst>
                                      </p:cBhvr>
                                      <p:to>
                                        <p:strVal val="visible"/>
                                      </p:to>
                                    </p:set>
                                    <p:anim calcmode="lin" valueType="num">
                                      <p:cBhvr additive="base">
                                        <p:cTn dur="1000"/>
                                        <p:tgtEl>
                                          <p:spTgt spid="10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4"/>
          <p:cNvSpPr txBox="1"/>
          <p:nvPr>
            <p:ph type="title"/>
          </p:nvPr>
        </p:nvSpPr>
        <p:spPr>
          <a:xfrm>
            <a:off x="484463" y="-143494"/>
            <a:ext cx="7150332" cy="1032771"/>
          </a:xfrm>
          <a:prstGeom prst="rect">
            <a:avLst/>
          </a:prstGeom>
          <a:noFill/>
          <a:ln>
            <a:noFill/>
          </a:ln>
        </p:spPr>
        <p:txBody>
          <a:bodyPr anchorCtr="0" anchor="ctr" bIns="45700" lIns="45700" spcFirstLastPara="1" rIns="45700" wrap="square" tIns="45700">
            <a:normAutofit/>
          </a:bodyPr>
          <a:lstStyle/>
          <a:p>
            <a:pPr indent="0" lvl="0" marL="0" rtl="0" algn="l">
              <a:lnSpc>
                <a:spcPct val="100000"/>
              </a:lnSpc>
              <a:spcBef>
                <a:spcPts val="0"/>
              </a:spcBef>
              <a:spcAft>
                <a:spcPts val="0"/>
              </a:spcAft>
              <a:buClr>
                <a:schemeClr val="accent4"/>
              </a:buClr>
              <a:buSzPts val="4000"/>
              <a:buFont typeface="Century Gothic"/>
              <a:buNone/>
            </a:pPr>
            <a:r>
              <a:rPr b="1" lang="en-US" sz="4000">
                <a:solidFill>
                  <a:schemeClr val="accent4"/>
                </a:solidFill>
              </a:rPr>
              <a:t>LITERATURE SURVEY :</a:t>
            </a:r>
            <a:endParaRPr/>
          </a:p>
        </p:txBody>
      </p:sp>
      <p:graphicFrame>
        <p:nvGraphicFramePr>
          <p:cNvPr id="108" name="Google Shape;108;p4"/>
          <p:cNvGraphicFramePr/>
          <p:nvPr/>
        </p:nvGraphicFramePr>
        <p:xfrm>
          <a:off x="629326" y="669957"/>
          <a:ext cx="3000000" cy="3000000"/>
        </p:xfrm>
        <a:graphic>
          <a:graphicData uri="http://schemas.openxmlformats.org/drawingml/2006/table">
            <a:tbl>
              <a:tblPr bandRow="1" firstRow="1">
                <a:noFill/>
                <a:tableStyleId>{06F153D2-C2B2-4666-8F33-2AD07603F20C}</a:tableStyleId>
              </a:tblPr>
              <a:tblGrid>
                <a:gridCol w="2485075"/>
                <a:gridCol w="8417700"/>
              </a:tblGrid>
              <a:tr h="389300">
                <a:tc>
                  <a:txBody>
                    <a:bodyPr/>
                    <a:lstStyle/>
                    <a:p>
                      <a:pPr indent="0" lvl="0" marL="0" marR="0" rtl="0" algn="ctr">
                        <a:lnSpc>
                          <a:spcPct val="100000"/>
                        </a:lnSpc>
                        <a:spcBef>
                          <a:spcPts val="0"/>
                        </a:spcBef>
                        <a:spcAft>
                          <a:spcPts val="0"/>
                        </a:spcAft>
                        <a:buClr>
                          <a:srgbClr val="FFFFFF"/>
                        </a:buClr>
                        <a:buSzPts val="1800"/>
                        <a:buFont typeface="Century Gothic"/>
                        <a:buNone/>
                      </a:pPr>
                      <a:r>
                        <a:rPr b="1" lang="en-US" sz="1800" u="none" cap="none" strike="noStrike">
                          <a:solidFill>
                            <a:srgbClr val="FFFFFF"/>
                          </a:solidFill>
                        </a:rPr>
                        <a:t>Research Paper</a:t>
                      </a:r>
                      <a:endParaRPr/>
                    </a:p>
                  </a:txBody>
                  <a:tcPr marT="45725" marB="45725" marR="45725" marL="45725"/>
                </a:tc>
                <a:tc>
                  <a:txBody>
                    <a:bodyPr/>
                    <a:lstStyle/>
                    <a:p>
                      <a:pPr indent="0" lvl="0" marL="0" marR="0" rtl="0" algn="ctr">
                        <a:lnSpc>
                          <a:spcPct val="100000"/>
                        </a:lnSpc>
                        <a:spcBef>
                          <a:spcPts val="0"/>
                        </a:spcBef>
                        <a:spcAft>
                          <a:spcPts val="0"/>
                        </a:spcAft>
                        <a:buClr>
                          <a:srgbClr val="FFFFFF"/>
                        </a:buClr>
                        <a:buSzPts val="1800"/>
                        <a:buFont typeface="Century Gothic"/>
                        <a:buNone/>
                      </a:pPr>
                      <a:r>
                        <a:rPr b="1" lang="en-US" sz="1800" u="none" cap="none" strike="noStrike">
                          <a:solidFill>
                            <a:srgbClr val="FFFFFF"/>
                          </a:solidFill>
                        </a:rPr>
                        <a:t>Description</a:t>
                      </a:r>
                      <a:endParaRPr/>
                    </a:p>
                  </a:txBody>
                  <a:tcPr marT="45725" marB="45725" marR="45725" marL="45725"/>
                </a:tc>
              </a:tr>
              <a:tr h="1765425">
                <a:tc>
                  <a:txBody>
                    <a:bodyPr/>
                    <a:lstStyle/>
                    <a:p>
                      <a:pPr indent="0" lvl="0" marL="0" marR="0" rtl="0" algn="l">
                        <a:lnSpc>
                          <a:spcPct val="100000"/>
                        </a:lnSpc>
                        <a:spcBef>
                          <a:spcPts val="0"/>
                        </a:spcBef>
                        <a:spcAft>
                          <a:spcPts val="0"/>
                        </a:spcAft>
                        <a:buClr>
                          <a:schemeClr val="dk1"/>
                        </a:buClr>
                        <a:buSzPts val="1600"/>
                        <a:buFont typeface="Century Gothic"/>
                        <a:buNone/>
                      </a:pPr>
                      <a:r>
                        <a:rPr lang="en-US" sz="1600" u="none" cap="none" strike="noStrike"/>
                        <a:t>NLP for Suicide Risk Detection.</a:t>
                      </a:r>
                      <a:endParaRPr/>
                    </a:p>
                  </a:txBody>
                  <a:tcPr marT="45725" marB="45725" marR="45725" marL="45725"/>
                </a:tc>
                <a:tc>
                  <a:txBody>
                    <a:bodyPr/>
                    <a:lstStyle/>
                    <a:p>
                      <a:pPr indent="0" lvl="0" marL="0" marR="0" rtl="0" algn="l">
                        <a:lnSpc>
                          <a:spcPct val="100000"/>
                        </a:lnSpc>
                        <a:spcBef>
                          <a:spcPts val="0"/>
                        </a:spcBef>
                        <a:spcAft>
                          <a:spcPts val="0"/>
                        </a:spcAft>
                        <a:buClr>
                          <a:schemeClr val="dk1"/>
                        </a:buClr>
                        <a:buSzPts val="1400"/>
                        <a:buFont typeface="Century Gothic"/>
                        <a:buNone/>
                      </a:pPr>
                      <a:r>
                        <a:rPr lang="en-US" sz="1400" u="none" cap="none" strike="noStrike"/>
                        <a:t>This paper reviews various studies on the use of Natural Language Processing (NLP) to detect suicidal ideation and behaviors from verbal expressions. It examines 31 selected studies from a pool of 9,711 candidates, primarily from English-language sources. The paper finds that NLP methods have shown strong potential in accurately identifying individuals at risk of suicide. However, the paper notes limitations such as non-standardized reporting, small sample sizes, and selection biases. The paper recommends further research to understand NLP's dissemination and implementation, aiming to improve suicide prevention efforts and reduce global suffering.</a:t>
                      </a:r>
                      <a:endParaRPr/>
                    </a:p>
                  </a:txBody>
                  <a:tcPr marT="45725" marB="45725" marR="45725" marL="45725"/>
                </a:tc>
              </a:tr>
              <a:tr h="1542400">
                <a:tc>
                  <a:txBody>
                    <a:bodyPr/>
                    <a:lstStyle/>
                    <a:p>
                      <a:pPr indent="0" lvl="0" marL="0" marR="0" rtl="0" algn="l">
                        <a:lnSpc>
                          <a:spcPct val="100000"/>
                        </a:lnSpc>
                        <a:spcBef>
                          <a:spcPts val="0"/>
                        </a:spcBef>
                        <a:spcAft>
                          <a:spcPts val="0"/>
                        </a:spcAft>
                        <a:buClr>
                          <a:schemeClr val="dk1"/>
                        </a:buClr>
                        <a:buSzPts val="1600"/>
                        <a:buFont typeface="Century Gothic"/>
                        <a:buNone/>
                      </a:pPr>
                      <a:r>
                        <a:rPr lang="en-US" sz="1600" u="none" cap="none" strike="noStrike"/>
                        <a:t>A Comparative Analysis on Suicidal Ideation Detection Using NLP, Machine, and Deep Learning. https://doi.org/10.3390/technologies10030057</a:t>
                      </a:r>
                      <a:endParaRPr/>
                    </a:p>
                  </a:txBody>
                  <a:tcPr marT="45725" marB="45725" marR="45725" marL="45725"/>
                </a:tc>
                <a:tc>
                  <a:txBody>
                    <a:bodyPr/>
                    <a:lstStyle/>
                    <a:p>
                      <a:pPr indent="0" lvl="0" marL="0" marR="0" rtl="0" algn="l">
                        <a:lnSpc>
                          <a:spcPct val="100000"/>
                        </a:lnSpc>
                        <a:spcBef>
                          <a:spcPts val="0"/>
                        </a:spcBef>
                        <a:spcAft>
                          <a:spcPts val="0"/>
                        </a:spcAft>
                        <a:buClr>
                          <a:schemeClr val="dk1"/>
                        </a:buClr>
                        <a:buSzPts val="1400"/>
                        <a:buFont typeface="Century Gothic"/>
                        <a:buNone/>
                      </a:pPr>
                      <a:r>
                        <a:rPr lang="en-US" sz="1400" u="none" cap="none" strike="noStrike"/>
                        <a:t>This paper conducts a comparative analysis of Machine Learning (ML) and Deep Learning (DL) models for detecting suicidal ideation in Twitter data. The study aims for accurate early detection and finds that a BiLSTM DL model performs the best, achieving 93.6% accuracy. The research bridges psychology and computer science and proposes future work in feature extraction techniques, imbalanced datasets, and real-world applications for mental health professionals.</a:t>
                      </a:r>
                      <a:endParaRPr/>
                    </a:p>
                    <a:p>
                      <a:pPr indent="0" lvl="0" marL="0" marR="0" rtl="0" algn="l">
                        <a:lnSpc>
                          <a:spcPct val="100000"/>
                        </a:lnSpc>
                        <a:spcBef>
                          <a:spcPts val="0"/>
                        </a:spcBef>
                        <a:spcAft>
                          <a:spcPts val="0"/>
                        </a:spcAft>
                        <a:buClr>
                          <a:schemeClr val="dk1"/>
                        </a:buClr>
                        <a:buSzPts val="1400"/>
                        <a:buFont typeface="Century Gothic"/>
                        <a:buNone/>
                      </a:pPr>
                      <a:br>
                        <a:rPr lang="en-US" sz="1400" u="none" cap="none" strike="noStrike"/>
                      </a:br>
                      <a:endParaRPr sz="1400" u="none" cap="none" strike="noStrike"/>
                    </a:p>
                  </a:txBody>
                  <a:tcPr marT="45725" marB="45725" marR="45725" marL="45725"/>
                </a:tc>
              </a:tr>
              <a:tr h="1204825">
                <a:tc>
                  <a:txBody>
                    <a:bodyPr/>
                    <a:lstStyle/>
                    <a:p>
                      <a:pPr indent="0" lvl="0" marL="0" marR="0" rtl="0" algn="l">
                        <a:lnSpc>
                          <a:spcPct val="100000"/>
                        </a:lnSpc>
                        <a:spcBef>
                          <a:spcPts val="0"/>
                        </a:spcBef>
                        <a:spcAft>
                          <a:spcPts val="0"/>
                        </a:spcAft>
                        <a:buClr>
                          <a:schemeClr val="dk1"/>
                        </a:buClr>
                        <a:buSzPts val="1600"/>
                        <a:buFont typeface="Century Gothic"/>
                        <a:buNone/>
                      </a:pPr>
                      <a:r>
                        <a:rPr lang="en-US" sz="1600" u="none" cap="none" strike="noStrike"/>
                        <a:t>Suicide ideation detection from online social media: A multi-modal feature based technique.</a:t>
                      </a:r>
                      <a:endParaRPr/>
                    </a:p>
                  </a:txBody>
                  <a:tcPr marT="45725" marB="45725" marR="45725" marL="45725"/>
                </a:tc>
                <a:tc>
                  <a:txBody>
                    <a:bodyPr/>
                    <a:lstStyle/>
                    <a:p>
                      <a:pPr indent="0" lvl="0" marL="0" marR="0" rtl="0" algn="l">
                        <a:lnSpc>
                          <a:spcPct val="100000"/>
                        </a:lnSpc>
                        <a:spcBef>
                          <a:spcPts val="0"/>
                        </a:spcBef>
                        <a:spcAft>
                          <a:spcPts val="0"/>
                        </a:spcAft>
                        <a:buClr>
                          <a:schemeClr val="dk1"/>
                        </a:buClr>
                        <a:buSzPts val="1400"/>
                        <a:buFont typeface="Century Gothic"/>
                        <a:buNone/>
                      </a:pPr>
                      <a:r>
                        <a:rPr lang="en-US" sz="1400" u="none" cap="none" strike="noStrike"/>
                        <a:t>Those who are depressed or suicidal express themselves on social media. By analyzing online social media, this study's primary goal is to enable early suicide thought detection. Six feature groups that contained both online behaviors on social media and clinical suicidal symptoms were found in a well-labeled dataset of suicide ideas that was created on Reddit and Twitter. These feature groups are offered as a multimodal model for detecting suicidal thoughts on social media. The Logistic regression classifier outperformed other baselines with an accuracy of 87%. The study found that choosing and combining features effectively helps to achieve higher performance.</a:t>
                      </a:r>
                      <a:endParaRPr/>
                    </a:p>
                  </a:txBody>
                  <a:tcPr marT="45725" marB="45725" marR="45725" marL="45725"/>
                </a:tc>
              </a:tr>
            </a:tbl>
          </a:graphicData>
        </a:graphic>
      </p:graphicFrame>
    </p:spTree>
  </p:cSld>
  <p:clrMapOvr>
    <a:masterClrMapping/>
  </p:clrMapOvr>
  <mc:AlternateContent>
    <mc:Choice Requires="p14">
      <p:transition spd="slow" p14:dur="12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500"/>
                                        <p:tgtEl>
                                          <p:spTgt spid="1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graphicFrame>
        <p:nvGraphicFramePr>
          <p:cNvPr id="113" name="Google Shape;113;p5"/>
          <p:cNvGraphicFramePr/>
          <p:nvPr/>
        </p:nvGraphicFramePr>
        <p:xfrm>
          <a:off x="710212" y="559118"/>
          <a:ext cx="3000000" cy="3000000"/>
        </p:xfrm>
        <a:graphic>
          <a:graphicData uri="http://schemas.openxmlformats.org/drawingml/2006/table">
            <a:tbl>
              <a:tblPr bandRow="1" firstRow="1">
                <a:noFill/>
                <a:tableStyleId>{06F153D2-C2B2-4666-8F33-2AD07603F20C}</a:tableStyleId>
              </a:tblPr>
              <a:tblGrid>
                <a:gridCol w="2286475"/>
                <a:gridCol w="8366725"/>
              </a:tblGrid>
              <a:tr h="472975">
                <a:tc>
                  <a:txBody>
                    <a:bodyPr/>
                    <a:lstStyle/>
                    <a:p>
                      <a:pPr indent="0" lvl="0" marL="0" marR="0" rtl="0" algn="ctr">
                        <a:lnSpc>
                          <a:spcPct val="100000"/>
                        </a:lnSpc>
                        <a:spcBef>
                          <a:spcPts val="0"/>
                        </a:spcBef>
                        <a:spcAft>
                          <a:spcPts val="0"/>
                        </a:spcAft>
                        <a:buClr>
                          <a:srgbClr val="FFFFFF"/>
                        </a:buClr>
                        <a:buSzPts val="1800"/>
                        <a:buFont typeface="Century Gothic"/>
                        <a:buNone/>
                      </a:pPr>
                      <a:r>
                        <a:rPr b="1" lang="en-US" sz="1800" u="none" cap="none" strike="noStrike">
                          <a:solidFill>
                            <a:srgbClr val="FFFFFF"/>
                          </a:solidFill>
                        </a:rPr>
                        <a:t>Research Papers</a:t>
                      </a:r>
                      <a:endParaRPr/>
                    </a:p>
                  </a:txBody>
                  <a:tcPr marT="45725" marB="45725" marR="45725" marL="45725"/>
                </a:tc>
                <a:tc>
                  <a:txBody>
                    <a:bodyPr/>
                    <a:lstStyle/>
                    <a:p>
                      <a:pPr indent="0" lvl="0" marL="0" marR="0" rtl="0" algn="ctr">
                        <a:lnSpc>
                          <a:spcPct val="100000"/>
                        </a:lnSpc>
                        <a:spcBef>
                          <a:spcPts val="0"/>
                        </a:spcBef>
                        <a:spcAft>
                          <a:spcPts val="0"/>
                        </a:spcAft>
                        <a:buClr>
                          <a:srgbClr val="FFFFFF"/>
                        </a:buClr>
                        <a:buSzPts val="1800"/>
                        <a:buFont typeface="Century Gothic"/>
                        <a:buNone/>
                      </a:pPr>
                      <a:r>
                        <a:rPr b="1" lang="en-US" sz="1800" u="none" cap="none" strike="noStrike">
                          <a:solidFill>
                            <a:srgbClr val="FFFFFF"/>
                          </a:solidFill>
                        </a:rPr>
                        <a:t>Description</a:t>
                      </a:r>
                      <a:endParaRPr/>
                    </a:p>
                  </a:txBody>
                  <a:tcPr marT="45725" marB="45725" marR="45725" marL="45725"/>
                </a:tc>
              </a:tr>
              <a:tr h="1548150">
                <a:tc>
                  <a:txBody>
                    <a:bodyPr/>
                    <a:lstStyle/>
                    <a:p>
                      <a:pPr indent="0" lvl="0" marL="0" marR="0" rtl="0" algn="l">
                        <a:lnSpc>
                          <a:spcPct val="100000"/>
                        </a:lnSpc>
                        <a:spcBef>
                          <a:spcPts val="0"/>
                        </a:spcBef>
                        <a:spcAft>
                          <a:spcPts val="0"/>
                        </a:spcAft>
                        <a:buClr>
                          <a:schemeClr val="dk1"/>
                        </a:buClr>
                        <a:buSzPts val="1600"/>
                        <a:buFont typeface="Century Gothic"/>
                        <a:buNone/>
                      </a:pPr>
                      <a:r>
                        <a:rPr lang="en-US" sz="1600" u="none" cap="none" strike="noStrike"/>
                        <a:t>A review of natural language processing in the identification of suicidal behavior </a:t>
                      </a:r>
                      <a:endParaRPr/>
                    </a:p>
                    <a:p>
                      <a:pPr indent="0" lvl="0" marL="0" marR="0" rtl="0" algn="l">
                        <a:lnSpc>
                          <a:spcPct val="100000"/>
                        </a:lnSpc>
                        <a:spcBef>
                          <a:spcPts val="0"/>
                        </a:spcBef>
                        <a:spcAft>
                          <a:spcPts val="0"/>
                        </a:spcAft>
                        <a:buClr>
                          <a:schemeClr val="dk1"/>
                        </a:buClr>
                        <a:buSzPts val="1400"/>
                        <a:buFont typeface="Century Gothic"/>
                        <a:buNone/>
                      </a:pPr>
                      <a:r>
                        <a:rPr lang="en-US" sz="1400" u="none" cap="none" strike="noStrike"/>
                        <a:t>https://doi.org/10.1016/j.jadr.2023.100507</a:t>
                      </a:r>
                      <a:endParaRPr/>
                    </a:p>
                  </a:txBody>
                  <a:tcPr marT="45725" marB="45725" marR="45725" marL="45725"/>
                </a:tc>
                <a:tc>
                  <a:txBody>
                    <a:bodyPr/>
                    <a:lstStyle/>
                    <a:p>
                      <a:pPr indent="0" lvl="0" marL="0" marR="0" rtl="0" algn="l">
                        <a:lnSpc>
                          <a:spcPct val="100000"/>
                        </a:lnSpc>
                        <a:spcBef>
                          <a:spcPts val="0"/>
                        </a:spcBef>
                        <a:spcAft>
                          <a:spcPts val="0"/>
                        </a:spcAft>
                        <a:buClr>
                          <a:schemeClr val="dk1"/>
                        </a:buClr>
                        <a:buSzPts val="1400"/>
                        <a:buFont typeface="Century Gothic"/>
                        <a:buNone/>
                      </a:pPr>
                      <a:r>
                        <a:rPr lang="en-US" sz="1400" u="none" cap="none" strike="noStrike"/>
                        <a:t>Free-form verbal expression in written and spoken form can be used to identify a variety of psychological problems using natural language processing (NLP) techniques. These technologies could be very helpful for identifying suicide risk and perhaps reducing world suffering. These techniques effectively enable for considerably faster computing of data at levels that people frequently find difficult to comprehend, which in certain situations results in better diagnostic accuracy and/or prognosis treatment success prediction.</a:t>
                      </a:r>
                      <a:endParaRPr/>
                    </a:p>
                  </a:txBody>
                  <a:tcPr marT="45725" marB="45725" marR="45725" marL="45725"/>
                </a:tc>
              </a:tr>
              <a:tr h="1681750">
                <a:tc>
                  <a:txBody>
                    <a:bodyPr/>
                    <a:lstStyle/>
                    <a:p>
                      <a:pPr indent="0" lvl="0" marL="0" marR="0" rtl="0" algn="l">
                        <a:lnSpc>
                          <a:spcPct val="100000"/>
                        </a:lnSpc>
                        <a:spcBef>
                          <a:spcPts val="0"/>
                        </a:spcBef>
                        <a:spcAft>
                          <a:spcPts val="0"/>
                        </a:spcAft>
                        <a:buClr>
                          <a:srgbClr val="222222"/>
                        </a:buClr>
                        <a:buSzPts val="1600"/>
                        <a:buFont typeface="Arial"/>
                        <a:buNone/>
                      </a:pPr>
                      <a:r>
                        <a:rPr lang="en-US" sz="1600" u="none" cap="none" strike="noStrike"/>
                        <a:t>Application of Natural Language Processing (NLP) in Detecting and Preventing Suicide Ideation: A Systematic Review</a:t>
                      </a:r>
                      <a:endParaRPr/>
                    </a:p>
                    <a:p>
                      <a:pPr indent="0" lvl="0" marL="0" marR="0" rtl="0" algn="l">
                        <a:lnSpc>
                          <a:spcPct val="100000"/>
                        </a:lnSpc>
                        <a:spcBef>
                          <a:spcPts val="900"/>
                        </a:spcBef>
                        <a:spcAft>
                          <a:spcPts val="0"/>
                        </a:spcAft>
                        <a:buClr>
                          <a:srgbClr val="F28943"/>
                        </a:buClr>
                        <a:buSzPts val="1600"/>
                        <a:buFont typeface="Arial"/>
                        <a:buNone/>
                      </a:pPr>
                      <a:r>
                        <a:rPr lang="en-US" sz="1600" u="sng" cap="none" strike="noStrike">
                          <a:solidFill>
                            <a:srgbClr val="F28943"/>
                          </a:solidFill>
                          <a:hlinkClick r:id="rId3">
                            <a:extLst>
                              <a:ext uri="{A12FA001-AC4F-418D-AE19-62706E023703}">
                                <ahyp:hlinkClr val="tx"/>
                              </a:ext>
                            </a:extLst>
                          </a:hlinkClick>
                        </a:rPr>
                        <a:t>https://www.mdpi.com/1660-4601/20/2/1514</a:t>
                      </a:r>
                      <a:endParaRPr/>
                    </a:p>
                  </a:txBody>
                  <a:tcPr marT="45725" marB="45725" marR="45725" marL="45725"/>
                </a:tc>
                <a:tc>
                  <a:txBody>
                    <a:bodyPr/>
                    <a:lstStyle/>
                    <a:p>
                      <a:pPr indent="0" lvl="0" marL="0" marR="0" rtl="0" algn="just">
                        <a:lnSpc>
                          <a:spcPct val="100000"/>
                        </a:lnSpc>
                        <a:spcBef>
                          <a:spcPts val="0"/>
                        </a:spcBef>
                        <a:spcAft>
                          <a:spcPts val="0"/>
                        </a:spcAft>
                        <a:buClr>
                          <a:schemeClr val="dk1"/>
                        </a:buClr>
                        <a:buSzPts val="1300"/>
                        <a:buFont typeface="Helvetica Neue"/>
                        <a:buNone/>
                      </a:pPr>
                      <a:r>
                        <a:rPr lang="en-US" sz="1300" u="none" cap="none" strike="noStrike">
                          <a:latin typeface="Helvetica Neue"/>
                          <a:ea typeface="Helvetica Neue"/>
                          <a:cs typeface="Helvetica Neue"/>
                          <a:sym typeface="Helvetica Neue"/>
                        </a:rPr>
                        <a:t>The paper was carried out in accordance with the PRISMA (Preferred Reporting Items for Systematic Reviews and Meta-analyses) standards to increase the level of transparency. The paper uses NLP techniques like text mining or text analytics and actively looks for keywords that might point at a hint  like  “mental health” OR disorder OR depression OR suicide OR psychotic OR psychiatry OR “self-harm” OR suicidal etc. The paper used datasets from PubMed, MEDLINE, Embase, PsycINFO, and Global Health through the OVID platform. Several papers discovered in the reference lists of the included studies were also included.</a:t>
                      </a:r>
                      <a:endParaRPr/>
                    </a:p>
                  </a:txBody>
                  <a:tcPr marT="45725" marB="45725" marR="45725" marL="45725"/>
                </a:tc>
              </a:tr>
              <a:tr h="1681750">
                <a:tc>
                  <a:txBody>
                    <a:bodyPr/>
                    <a:lstStyle/>
                    <a:p>
                      <a:pPr indent="0" lvl="0" marL="0" marR="0" rtl="0" algn="l">
                        <a:lnSpc>
                          <a:spcPct val="100000"/>
                        </a:lnSpc>
                        <a:spcBef>
                          <a:spcPts val="0"/>
                        </a:spcBef>
                        <a:spcAft>
                          <a:spcPts val="0"/>
                        </a:spcAft>
                        <a:buClr>
                          <a:srgbClr val="333333"/>
                        </a:buClr>
                        <a:buSzPts val="1600"/>
                        <a:buFont typeface="Helvetica Neue"/>
                        <a:buNone/>
                      </a:pPr>
                      <a:r>
                        <a:rPr lang="en-US" sz="1600" u="none" cap="none" strike="noStrike">
                          <a:solidFill>
                            <a:srgbClr val="333333"/>
                          </a:solidFill>
                          <a:latin typeface="Helvetica Neue"/>
                          <a:ea typeface="Helvetica Neue"/>
                          <a:cs typeface="Helvetica Neue"/>
                          <a:sym typeface="Helvetica Neue"/>
                        </a:rPr>
                        <a:t>Detecting intimate partner violence circumstance for suicide</a:t>
                      </a:r>
                      <a:endParaRPr sz="1100" u="none" cap="none" strike="noStrike"/>
                    </a:p>
                    <a:p>
                      <a:pPr indent="0" lvl="0" marL="0" marR="0" rtl="0" algn="l">
                        <a:lnSpc>
                          <a:spcPct val="100000"/>
                        </a:lnSpc>
                        <a:spcBef>
                          <a:spcPts val="0"/>
                        </a:spcBef>
                        <a:spcAft>
                          <a:spcPts val="0"/>
                        </a:spcAft>
                        <a:buClr>
                          <a:srgbClr val="F28943"/>
                        </a:buClr>
                        <a:buSzPts val="1100"/>
                        <a:buFont typeface="Helvetica Neue"/>
                        <a:buNone/>
                      </a:pPr>
                      <a:r>
                        <a:rPr lang="en-US" sz="1100" u="sng" cap="none" strike="noStrike">
                          <a:solidFill>
                            <a:srgbClr val="F28943"/>
                          </a:solidFill>
                          <a:hlinkClick r:id="rId4">
                            <a:extLst>
                              <a:ext uri="{A12FA001-AC4F-418D-AE19-62706E023703}">
                                <ahyp:hlinkClr val="tx"/>
                              </a:ext>
                            </a:extLst>
                          </a:hlinkClick>
                        </a:rPr>
                        <a:t>https://injuryprevention.bmj.com/content/29/2/134.abstract</a:t>
                      </a:r>
                      <a:endParaRPr/>
                    </a:p>
                  </a:txBody>
                  <a:tcPr marT="45725" marB="45725" marR="45725" marL="45725"/>
                </a:tc>
                <a:tc>
                  <a:txBody>
                    <a:bodyPr/>
                    <a:lstStyle/>
                    <a:p>
                      <a:pPr indent="0" lvl="0" marL="0" marR="0" rtl="0" algn="l">
                        <a:lnSpc>
                          <a:spcPct val="100000"/>
                        </a:lnSpc>
                        <a:spcBef>
                          <a:spcPts val="0"/>
                        </a:spcBef>
                        <a:spcAft>
                          <a:spcPts val="0"/>
                        </a:spcAft>
                        <a:buClr>
                          <a:schemeClr val="dk1"/>
                        </a:buClr>
                        <a:buSzPts val="1333"/>
                        <a:buFont typeface="Arial"/>
                        <a:buNone/>
                      </a:pPr>
                      <a:r>
                        <a:rPr lang="en-US" sz="1333" u="none" cap="none" strike="noStrike"/>
                        <a:t>The paper aims to give a better understanding of IPV and related suicides. Close to 10,000 cases were selected as dataset to train the classification model using supervised ML. NLP techniques are used to extract information or key words and phrases. The model had robust sensitivity (0.70), specificity (0.98), precision (0.72) and kappa values (0.69). False positives mostly described other family violence. False negatives used vague and heterogeneous language to describe IPV, and often included abusive suicide threats.</a:t>
                      </a:r>
                      <a:endParaRPr sz="1200" u="none" cap="none" strike="noStrike">
                        <a:latin typeface="Times"/>
                        <a:ea typeface="Times"/>
                        <a:cs typeface="Times"/>
                        <a:sym typeface="Times"/>
                      </a:endParaRPr>
                    </a:p>
                  </a:txBody>
                  <a:tcPr marT="45725" marB="45725" marR="45725" marL="45725"/>
                </a:tc>
              </a:tr>
            </a:tbl>
          </a:graphicData>
        </a:graphic>
      </p:graphicFrame>
    </p:spTree>
  </p:cSld>
  <p:clrMapOvr>
    <a:masterClrMapping/>
  </p:clrMapOvr>
  <mc:AlternateContent>
    <mc:Choice Requires="p14">
      <p:transition spd="slow" p14:dur="12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500"/>
                                        <p:tgtEl>
                                          <p:spTgt spid="1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graphicFrame>
        <p:nvGraphicFramePr>
          <p:cNvPr id="118" name="Google Shape;118;p6"/>
          <p:cNvGraphicFramePr/>
          <p:nvPr/>
        </p:nvGraphicFramePr>
        <p:xfrm>
          <a:off x="710214" y="719664"/>
          <a:ext cx="3000000" cy="3000000"/>
        </p:xfrm>
        <a:graphic>
          <a:graphicData uri="http://schemas.openxmlformats.org/drawingml/2006/table">
            <a:tbl>
              <a:tblPr bandRow="1" firstRow="1">
                <a:noFill/>
                <a:tableStyleId>{06F153D2-C2B2-4666-8F33-2AD07603F20C}</a:tableStyleId>
              </a:tblPr>
              <a:tblGrid>
                <a:gridCol w="2313650"/>
                <a:gridCol w="8463850"/>
              </a:tblGrid>
              <a:tr h="466350">
                <a:tc>
                  <a:txBody>
                    <a:bodyPr/>
                    <a:lstStyle/>
                    <a:p>
                      <a:pPr indent="0" lvl="0" marL="0" marR="0" rtl="0" algn="ctr">
                        <a:lnSpc>
                          <a:spcPct val="100000"/>
                        </a:lnSpc>
                        <a:spcBef>
                          <a:spcPts val="0"/>
                        </a:spcBef>
                        <a:spcAft>
                          <a:spcPts val="0"/>
                        </a:spcAft>
                        <a:buClr>
                          <a:srgbClr val="FFFFFF"/>
                        </a:buClr>
                        <a:buSzPts val="1800"/>
                        <a:buFont typeface="Century Gothic"/>
                        <a:buNone/>
                      </a:pPr>
                      <a:r>
                        <a:rPr b="1" lang="en-US" sz="1800" u="none" cap="none" strike="noStrike">
                          <a:solidFill>
                            <a:srgbClr val="FFFFFF"/>
                          </a:solidFill>
                        </a:rPr>
                        <a:t>Research Papers</a:t>
                      </a:r>
                      <a:endParaRPr/>
                    </a:p>
                  </a:txBody>
                  <a:tcPr marT="45725" marB="45725" marR="45725" marL="45725"/>
                </a:tc>
                <a:tc>
                  <a:txBody>
                    <a:bodyPr/>
                    <a:lstStyle/>
                    <a:p>
                      <a:pPr indent="0" lvl="0" marL="0" marR="0" rtl="0" algn="ctr">
                        <a:lnSpc>
                          <a:spcPct val="100000"/>
                        </a:lnSpc>
                        <a:spcBef>
                          <a:spcPts val="0"/>
                        </a:spcBef>
                        <a:spcAft>
                          <a:spcPts val="0"/>
                        </a:spcAft>
                        <a:buClr>
                          <a:srgbClr val="FFFFFF"/>
                        </a:buClr>
                        <a:buSzPts val="1800"/>
                        <a:buFont typeface="Century Gothic"/>
                        <a:buNone/>
                      </a:pPr>
                      <a:r>
                        <a:rPr b="1" lang="en-US" sz="1800" u="none" cap="none" strike="noStrike">
                          <a:solidFill>
                            <a:srgbClr val="FFFFFF"/>
                          </a:solidFill>
                        </a:rPr>
                        <a:t>Description</a:t>
                      </a:r>
                      <a:endParaRPr/>
                    </a:p>
                  </a:txBody>
                  <a:tcPr marT="45725" marB="45725" marR="45725" marL="45725"/>
                </a:tc>
              </a:tr>
              <a:tr h="2625500">
                <a:tc>
                  <a:txBody>
                    <a:bodyPr/>
                    <a:lstStyle/>
                    <a:p>
                      <a:pPr indent="0" lvl="0" marL="0" marR="0" rtl="0" algn="l">
                        <a:lnSpc>
                          <a:spcPct val="100000"/>
                        </a:lnSpc>
                        <a:spcBef>
                          <a:spcPts val="0"/>
                        </a:spcBef>
                        <a:spcAft>
                          <a:spcPts val="0"/>
                        </a:spcAft>
                        <a:buClr>
                          <a:schemeClr val="dk1"/>
                        </a:buClr>
                        <a:buSzPts val="1600"/>
                        <a:buFont typeface="Century Gothic"/>
                        <a:buNone/>
                      </a:pPr>
                      <a:r>
                        <a:rPr lang="en-US" sz="1600" u="none" cap="none" strike="noStrike"/>
                        <a:t>Suicidal Ideation Detection Application of Machine Learning Techniques on Twitter Data</a:t>
                      </a:r>
                      <a:endParaRPr/>
                    </a:p>
                    <a:p>
                      <a:pPr indent="0" lvl="0" marL="0" marR="0" rtl="0" algn="l">
                        <a:lnSpc>
                          <a:spcPct val="100000"/>
                        </a:lnSpc>
                        <a:spcBef>
                          <a:spcPts val="0"/>
                        </a:spcBef>
                        <a:spcAft>
                          <a:spcPts val="0"/>
                        </a:spcAft>
                        <a:buClr>
                          <a:schemeClr val="dk1"/>
                        </a:buClr>
                        <a:buSzPts val="1400"/>
                        <a:buFont typeface="Century Gothic"/>
                        <a:buNone/>
                      </a:pPr>
                      <a:r>
                        <a:rPr lang="en-US" sz="1400" u="none" cap="none" strike="noStrike"/>
                        <a:t>https://doi.org/10.1007/s11042-023-14431-z</a:t>
                      </a:r>
                      <a:endParaRPr/>
                    </a:p>
                  </a:txBody>
                  <a:tcPr marT="45725" marB="45725" marR="45725" marL="45725"/>
                </a:tc>
                <a:tc>
                  <a:txBody>
                    <a:bodyPr/>
                    <a:lstStyle/>
                    <a:p>
                      <a:pPr indent="0" lvl="0" marL="0" marR="0" rtl="0" algn="l">
                        <a:lnSpc>
                          <a:spcPct val="100000"/>
                        </a:lnSpc>
                        <a:spcBef>
                          <a:spcPts val="0"/>
                        </a:spcBef>
                        <a:spcAft>
                          <a:spcPts val="0"/>
                        </a:spcAft>
                        <a:buClr>
                          <a:schemeClr val="dk1"/>
                        </a:buClr>
                        <a:buSzPts val="1400"/>
                        <a:buFont typeface="Century Gothic"/>
                        <a:buNone/>
                      </a:pPr>
                      <a:r>
                        <a:rPr lang="en-US" sz="1400" u="none" cap="none" strike="noStrike"/>
                        <a:t>The World Wide Web and online social networks have expanded the network connecting</a:t>
                      </a:r>
                      <a:endParaRPr/>
                    </a:p>
                    <a:p>
                      <a:pPr indent="0" lvl="0" marL="0" marR="0" rtl="0" algn="l">
                        <a:lnSpc>
                          <a:spcPct val="100000"/>
                        </a:lnSpc>
                        <a:spcBef>
                          <a:spcPts val="0"/>
                        </a:spcBef>
                        <a:spcAft>
                          <a:spcPts val="0"/>
                        </a:spcAft>
                        <a:buClr>
                          <a:schemeClr val="dk1"/>
                        </a:buClr>
                        <a:buSzPts val="1400"/>
                        <a:buFont typeface="Century Gothic"/>
                        <a:buNone/>
                      </a:pPr>
                      <a:r>
                        <a:rPr lang="en-US" sz="1400" u="none" cap="none" strike="noStrike"/>
                        <a:t>people, allowing for the rapid dissemination of information to large numbers of people. There are several instances of this kind of online collaborative contagion, one of which is the development of self-destructive ideas in social media sites like Twitter, which has caused alarm. In this investigation, the implications and findings of several machine classifiers that were applied to the point order of tweets and terms connected to suicide are discussed. The classifier can distinguish between more stressful information, such as suicidal creativity, other suicide-related topics, in-depth suicide-related facts, loyalty, campaign, and support. A simple classifier utilizing emotional, lexical, psychological, and structural characteristics from Twitter is used to link and identify allusions to suicide. This procedure makes use of clustering, bracketing, association rules, NLP (natural language processing), and numerous machine-learning techniques.</a:t>
                      </a:r>
                      <a:endParaRPr/>
                    </a:p>
                    <a:p>
                      <a:pPr indent="0" lvl="0" marL="0" marR="0" rtl="0" algn="l">
                        <a:lnSpc>
                          <a:spcPct val="100000"/>
                        </a:lnSpc>
                        <a:spcBef>
                          <a:spcPts val="0"/>
                        </a:spcBef>
                        <a:spcAft>
                          <a:spcPts val="0"/>
                        </a:spcAft>
                        <a:buClr>
                          <a:schemeClr val="dk1"/>
                        </a:buClr>
                        <a:buSzPts val="1400"/>
                        <a:buFont typeface="Century Gothic"/>
                        <a:buNone/>
                      </a:pPr>
                      <a:br>
                        <a:rPr lang="en-US" sz="1400" u="none" cap="none" strike="noStrike"/>
                      </a:br>
                      <a:endParaRPr sz="1400" u="none" cap="none" strike="noStrike"/>
                    </a:p>
                  </a:txBody>
                  <a:tcPr marT="45725" marB="45725" marR="45725" marL="45725"/>
                </a:tc>
              </a:tr>
              <a:tr h="2300175">
                <a:tc>
                  <a:txBody>
                    <a:bodyPr/>
                    <a:lstStyle/>
                    <a:p>
                      <a:pPr indent="0" lvl="0" marL="0" marR="0" rtl="0" algn="l">
                        <a:lnSpc>
                          <a:spcPct val="100000"/>
                        </a:lnSpc>
                        <a:spcBef>
                          <a:spcPts val="0"/>
                        </a:spcBef>
                        <a:spcAft>
                          <a:spcPts val="0"/>
                        </a:spcAft>
                        <a:buClr>
                          <a:srgbClr val="000000"/>
                        </a:buClr>
                        <a:buSzPts val="1600"/>
                        <a:buFont typeface="Century Gothic"/>
                        <a:buNone/>
                      </a:pPr>
                      <a:r>
                        <a:rPr b="0" i="0" lang="en-US" sz="1600" u="none" cap="none" strike="noStrike">
                          <a:solidFill>
                            <a:srgbClr val="000000"/>
                          </a:solidFill>
                          <a:latin typeface="Century Gothic"/>
                          <a:ea typeface="Century Gothic"/>
                          <a:cs typeface="Century Gothic"/>
                          <a:sym typeface="Century Gothic"/>
                        </a:rPr>
                        <a:t>Natural language processing applied to mental illness detection: a narrative review</a:t>
                      </a:r>
                      <a:endParaRPr/>
                    </a:p>
                    <a:p>
                      <a:pPr indent="0" lvl="0" marL="0" marR="0" rtl="0" algn="l">
                        <a:lnSpc>
                          <a:spcPct val="100000"/>
                        </a:lnSpc>
                        <a:spcBef>
                          <a:spcPts val="0"/>
                        </a:spcBef>
                        <a:spcAft>
                          <a:spcPts val="0"/>
                        </a:spcAft>
                        <a:buClr>
                          <a:srgbClr val="000000"/>
                        </a:buClr>
                        <a:buSzPts val="1400"/>
                        <a:buFont typeface="Century Gothic"/>
                        <a:buNone/>
                      </a:pPr>
                      <a:r>
                        <a:rPr b="0" i="0" lang="en-US" sz="1400" u="none" cap="none" strike="noStrike">
                          <a:solidFill>
                            <a:srgbClr val="000000"/>
                          </a:solidFill>
                          <a:latin typeface="Century Gothic"/>
                          <a:ea typeface="Century Gothic"/>
                          <a:cs typeface="Century Gothic"/>
                          <a:sym typeface="Century Gothic"/>
                        </a:rPr>
                        <a:t>https://doi.org/10.1038/s41746-022-00589-7</a:t>
                      </a:r>
                      <a:endParaRPr b="0" sz="1400" u="none" cap="none" strike="noStrike"/>
                    </a:p>
                  </a:txBody>
                  <a:tcPr marT="45725" marB="45725" marR="45725" marL="45725"/>
                </a:tc>
                <a:tc>
                  <a:txBody>
                    <a:bodyPr/>
                    <a:lstStyle/>
                    <a:p>
                      <a:pPr indent="0" lvl="0" marL="0" marR="0" rtl="0" algn="l">
                        <a:lnSpc>
                          <a:spcPct val="100000"/>
                        </a:lnSpc>
                        <a:spcBef>
                          <a:spcPts val="0"/>
                        </a:spcBef>
                        <a:spcAft>
                          <a:spcPts val="0"/>
                        </a:spcAft>
                        <a:buClr>
                          <a:schemeClr val="dk1"/>
                        </a:buClr>
                        <a:buSzPts val="1400"/>
                        <a:buFont typeface="Century Gothic"/>
                        <a:buNone/>
                      </a:pPr>
                      <a:r>
                        <a:rPr lang="en-US" sz="1400" u="none" cap="none" strike="noStrike"/>
                        <a:t>The use of natural language processing (NLP) techniques shows promise in advancing proactive mental healthcare and facilitating early diagnosis. In order to comprehend methodologies, trends, obstacles, and future directions, we give a narrative assessment of mental illness detection using NLP over the last ten years. The review demonstrates an upward trend in NLP research on mental disorder identification. Traditional machine learning techniques are outperformed by deep learning techniques, which are given greater attention. Some suggestions for further research can be offered, such as the creation of fresh detection techniques, deep learning paradigms, and understandable models.</a:t>
                      </a:r>
                      <a:endParaRPr sz="1400" u="none" cap="none" strike="noStrike"/>
                    </a:p>
                  </a:txBody>
                  <a:tcPr marT="45725" marB="45725" marR="45725" marL="45725"/>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gtEl>
                                        <p:attrNameLst>
                                          <p:attrName>style.visibility</p:attrName>
                                        </p:attrNameLst>
                                      </p:cBhvr>
                                      <p:to>
                                        <p:strVal val="visible"/>
                                      </p:to>
                                    </p:set>
                                    <p:animEffect filter="fade" transition="in">
                                      <p:cBhvr>
                                        <p:cTn dur="500"/>
                                        <p:tgtEl>
                                          <p:spTgt spid="1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graphicFrame>
        <p:nvGraphicFramePr>
          <p:cNvPr id="123" name="Google Shape;123;p7"/>
          <p:cNvGraphicFramePr/>
          <p:nvPr/>
        </p:nvGraphicFramePr>
        <p:xfrm>
          <a:off x="770562" y="719666"/>
          <a:ext cx="3000000" cy="3000000"/>
        </p:xfrm>
        <a:graphic>
          <a:graphicData uri="http://schemas.openxmlformats.org/drawingml/2006/table">
            <a:tbl>
              <a:tblPr bandRow="1" firstRow="1">
                <a:noFill/>
                <a:tableStyleId>{06F153D2-C2B2-4666-8F33-2AD07603F20C}</a:tableStyleId>
              </a:tblPr>
              <a:tblGrid>
                <a:gridCol w="2303250"/>
                <a:gridCol w="8387875"/>
              </a:tblGrid>
              <a:tr h="370850">
                <a:tc>
                  <a:txBody>
                    <a:bodyPr/>
                    <a:lstStyle/>
                    <a:p>
                      <a:pPr indent="0" lvl="0" marL="0" marR="0" rtl="0" algn="l">
                        <a:lnSpc>
                          <a:spcPct val="100000"/>
                        </a:lnSpc>
                        <a:spcBef>
                          <a:spcPts val="0"/>
                        </a:spcBef>
                        <a:spcAft>
                          <a:spcPts val="0"/>
                        </a:spcAft>
                        <a:buClr>
                          <a:srgbClr val="FFFFFF"/>
                        </a:buClr>
                        <a:buSzPts val="1400"/>
                        <a:buFont typeface="Century Gothic"/>
                        <a:buNone/>
                      </a:pPr>
                      <a:r>
                        <a:rPr b="1" lang="en-US" sz="1400" u="none" cap="none" strike="noStrike">
                          <a:solidFill>
                            <a:srgbClr val="FFFFFF"/>
                          </a:solidFill>
                        </a:rPr>
                        <a:t>Research Papers</a:t>
                      </a:r>
                      <a:endParaRPr/>
                    </a:p>
                  </a:txBody>
                  <a:tcPr marT="45725" marB="45725" marR="45725" marL="45725"/>
                </a:tc>
                <a:tc>
                  <a:txBody>
                    <a:bodyPr/>
                    <a:lstStyle/>
                    <a:p>
                      <a:pPr indent="0" lvl="0" marL="0" marR="0" rtl="0" algn="l">
                        <a:lnSpc>
                          <a:spcPct val="100000"/>
                        </a:lnSpc>
                        <a:spcBef>
                          <a:spcPts val="0"/>
                        </a:spcBef>
                        <a:spcAft>
                          <a:spcPts val="0"/>
                        </a:spcAft>
                        <a:buClr>
                          <a:srgbClr val="FFFFFF"/>
                        </a:buClr>
                        <a:buSzPts val="1400"/>
                        <a:buFont typeface="Century Gothic"/>
                        <a:buNone/>
                      </a:pPr>
                      <a:r>
                        <a:rPr b="1" lang="en-US" sz="1400" u="none" cap="none" strike="noStrike">
                          <a:solidFill>
                            <a:srgbClr val="FFFFFF"/>
                          </a:solidFill>
                        </a:rPr>
                        <a:t>Description</a:t>
                      </a:r>
                      <a:endParaRPr/>
                    </a:p>
                  </a:txBody>
                  <a:tcPr marT="45725" marB="45725" marR="45725" marL="45725"/>
                </a:tc>
              </a:tr>
              <a:tr h="2244975">
                <a:tc>
                  <a:txBody>
                    <a:bodyPr/>
                    <a:lstStyle/>
                    <a:p>
                      <a:pPr indent="0" lvl="0" marL="0" marR="0" rtl="0" algn="l">
                        <a:lnSpc>
                          <a:spcPct val="100000"/>
                        </a:lnSpc>
                        <a:spcBef>
                          <a:spcPts val="0"/>
                        </a:spcBef>
                        <a:spcAft>
                          <a:spcPts val="0"/>
                        </a:spcAft>
                        <a:buClr>
                          <a:schemeClr val="dk1"/>
                        </a:buClr>
                        <a:buSzPts val="1400"/>
                        <a:buFont typeface="Century Gothic"/>
                        <a:buNone/>
                      </a:pPr>
                      <a:r>
                        <a:rPr lang="en-US" sz="1400" u="none" cap="none" strike="noStrike"/>
                        <a:t>Improvised solution for </a:t>
                      </a:r>
                      <a:r>
                        <a:rPr b="0" i="0" lang="en-US" sz="1400" u="none" cap="none" strike="noStrike">
                          <a:solidFill>
                            <a:srgbClr val="000000"/>
                          </a:solidFill>
                          <a:latin typeface="Century Gothic"/>
                          <a:ea typeface="Century Gothic"/>
                          <a:cs typeface="Century Gothic"/>
                          <a:sym typeface="Century Gothic"/>
                        </a:rPr>
                        <a:t>suicidal ideation using NLP</a:t>
                      </a:r>
                      <a:endParaRPr/>
                    </a:p>
                    <a:p>
                      <a:pPr indent="0" lvl="0" marL="0" marR="0" rtl="0" algn="l">
                        <a:lnSpc>
                          <a:spcPct val="100000"/>
                        </a:lnSpc>
                        <a:spcBef>
                          <a:spcPts val="0"/>
                        </a:spcBef>
                        <a:spcAft>
                          <a:spcPts val="0"/>
                        </a:spcAft>
                        <a:buClr>
                          <a:schemeClr val="dk1"/>
                        </a:buClr>
                        <a:buSzPts val="1400"/>
                        <a:buFont typeface="Century Gothic"/>
                        <a:buNone/>
                      </a:pPr>
                      <a:r>
                        <a:t/>
                      </a:r>
                      <a:endParaRPr b="0" i="0" sz="14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400"/>
                        <a:buFont typeface="Century Gothic"/>
                        <a:buNone/>
                      </a:pPr>
                      <a:r>
                        <a:rPr b="0" i="0" lang="en-US" sz="1400" u="sng" cap="none" strike="noStrike">
                          <a:solidFill>
                            <a:srgbClr val="000000"/>
                          </a:solidFill>
                          <a:latin typeface="Century Gothic"/>
                          <a:ea typeface="Century Gothic"/>
                          <a:cs typeface="Century Gothic"/>
                          <a:sym typeface="Century Gothic"/>
                          <a:hlinkClick r:id="rId3">
                            <a:extLst>
                              <a:ext uri="{A12FA001-AC4F-418D-AE19-62706E023703}">
                                <ahyp:hlinkClr val="tx"/>
                              </a:ext>
                            </a:extLst>
                          </a:hlinkClick>
                        </a:rPr>
                        <a:t>https://www.nature.com/articles/s41598-022-19358-3#Sec2</a:t>
                      </a:r>
                      <a:endParaRPr b="0" i="0" sz="1400" u="sng"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chemeClr val="dk1"/>
                        </a:buClr>
                        <a:buSzPts val="1400"/>
                        <a:buFont typeface="Century Gothic"/>
                        <a:buNone/>
                      </a:pPr>
                      <a:r>
                        <a:t/>
                      </a:r>
                      <a:endParaRPr b="0" i="0" sz="1400" u="sng" cap="none" strike="noStrike">
                        <a:solidFill>
                          <a:srgbClr val="000000"/>
                        </a:solidFill>
                        <a:latin typeface="Century Gothic"/>
                        <a:ea typeface="Century Gothic"/>
                        <a:cs typeface="Century Gothic"/>
                        <a:sym typeface="Century Gothic"/>
                      </a:endParaRPr>
                    </a:p>
                  </a:txBody>
                  <a:tcPr marT="45725" marB="45725" marR="45725" marL="45725"/>
                </a:tc>
                <a:tc>
                  <a:txBody>
                    <a:bodyPr/>
                    <a:lstStyle/>
                    <a:p>
                      <a:pPr indent="0" lvl="0" marL="0" marR="0" rtl="0" algn="l">
                        <a:lnSpc>
                          <a:spcPct val="100000"/>
                        </a:lnSpc>
                        <a:spcBef>
                          <a:spcPts val="0"/>
                        </a:spcBef>
                        <a:spcAft>
                          <a:spcPts val="0"/>
                        </a:spcAft>
                        <a:buClr>
                          <a:srgbClr val="000000"/>
                        </a:buClr>
                        <a:buSzPts val="1400"/>
                        <a:buFont typeface="Century Gothic"/>
                        <a:buNone/>
                      </a:pPr>
                      <a:r>
                        <a:rPr b="0" i="0" lang="en-US" sz="1400" u="none" cap="none" strike="noStrike">
                          <a:solidFill>
                            <a:srgbClr val="000000"/>
                          </a:solidFill>
                          <a:latin typeface="Century Gothic"/>
                          <a:ea typeface="Century Gothic"/>
                          <a:cs typeface="Century Gothic"/>
                          <a:sym typeface="Century Gothic"/>
                        </a:rPr>
                        <a:t>This study addresses the limitations of using diagnostic codes in Electronic Health Records (EHRs) to identify suicidal ideation and suicide attempts. Instead, it proposes a natural language processing (NLP) approach to enhance accuracy. Over 200 million clinical notes from the Vanderbilt EHR were processed using NLP to extract suicide-related query terms. A weakly supervised method was used to label cases of suicidal outcomes. The NLP validation showed high performance for both suicidal ideation and suicide attempt, with even better results when combining NLP with diagnostic codes and accounting for negated expressions in notes. The study highlights that scalable and accurate NLP methods can significantly improve the identification of suicidal behaviour in EHRs, benefiting prevention efforts, predictive models, and precision medicine.</a:t>
                      </a:r>
                      <a:endParaRPr b="0" sz="1400" u="none" cap="none" strike="noStrike"/>
                    </a:p>
                  </a:txBody>
                  <a:tcPr marT="45725" marB="45725" marR="45725" marL="45725"/>
                </a:tc>
              </a:tr>
              <a:tr h="2369125">
                <a:tc>
                  <a:txBody>
                    <a:bodyPr/>
                    <a:lstStyle/>
                    <a:p>
                      <a:pPr indent="0" lvl="0" marL="0" marR="0" rtl="0" algn="l">
                        <a:lnSpc>
                          <a:spcPct val="100000"/>
                        </a:lnSpc>
                        <a:spcBef>
                          <a:spcPts val="0"/>
                        </a:spcBef>
                        <a:spcAft>
                          <a:spcPts val="0"/>
                        </a:spcAft>
                        <a:buClr>
                          <a:srgbClr val="000000"/>
                        </a:buClr>
                        <a:buSzPts val="1400"/>
                        <a:buFont typeface="Century Gothic"/>
                        <a:buNone/>
                      </a:pPr>
                      <a:r>
                        <a:rPr b="0" i="0" lang="en-US" sz="1400" u="none" cap="none" strike="noStrike">
                          <a:solidFill>
                            <a:srgbClr val="000000"/>
                          </a:solidFill>
                          <a:latin typeface="Century Gothic"/>
                          <a:ea typeface="Century Gothic"/>
                          <a:cs typeface="Century Gothic"/>
                          <a:sym typeface="Century Gothic"/>
                        </a:rPr>
                        <a:t>Suicidal ideation using Deep Learning Algorithms</a:t>
                      </a:r>
                      <a:endParaRPr/>
                    </a:p>
                    <a:p>
                      <a:pPr indent="0" lvl="0" marL="0" marR="0" rtl="0" algn="l">
                        <a:lnSpc>
                          <a:spcPct val="100000"/>
                        </a:lnSpc>
                        <a:spcBef>
                          <a:spcPts val="0"/>
                        </a:spcBef>
                        <a:spcAft>
                          <a:spcPts val="0"/>
                        </a:spcAft>
                        <a:buClr>
                          <a:schemeClr val="dk1"/>
                        </a:buClr>
                        <a:buSzPts val="1400"/>
                        <a:buFont typeface="Century Gothic"/>
                        <a:buNone/>
                      </a:pPr>
                      <a:r>
                        <a:t/>
                      </a:r>
                      <a:endParaRPr b="0" i="0" sz="14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chemeClr val="dk1"/>
                        </a:buClr>
                        <a:buSzPts val="1400"/>
                        <a:buFont typeface="Century Gothic"/>
                        <a:buNone/>
                      </a:pPr>
                      <a:r>
                        <a:t/>
                      </a:r>
                      <a:endParaRPr b="0" i="0" sz="14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200"/>
                        <a:buFont typeface="Century Gothic"/>
                        <a:buNone/>
                      </a:pPr>
                      <a:r>
                        <a:rPr b="0" i="0" lang="en-US" sz="1200" u="sng" cap="none" strike="noStrike">
                          <a:solidFill>
                            <a:srgbClr val="000000"/>
                          </a:solidFill>
                          <a:latin typeface="Century Gothic"/>
                          <a:ea typeface="Century Gothic"/>
                          <a:cs typeface="Century Gothic"/>
                          <a:sym typeface="Century Gothic"/>
                          <a:hlinkClick r:id="rId4">
                            <a:extLst>
                              <a:ext uri="{A12FA001-AC4F-418D-AE19-62706E023703}">
                                <ahyp:hlinkClr val="tx"/>
                              </a:ext>
                            </a:extLst>
                          </a:hlinkClick>
                        </a:rPr>
                        <a:t>https://www.mdpi.com/2227-7080/10/3/57</a:t>
                      </a:r>
                      <a:endParaRPr b="0" sz="1200" u="none" cap="none" strike="noStrike"/>
                    </a:p>
                    <a:p>
                      <a:pPr indent="0" lvl="0" marL="0" marR="0" rtl="0" algn="r">
                        <a:lnSpc>
                          <a:spcPct val="100000"/>
                        </a:lnSpc>
                        <a:spcBef>
                          <a:spcPts val="0"/>
                        </a:spcBef>
                        <a:spcAft>
                          <a:spcPts val="0"/>
                        </a:spcAft>
                        <a:buClr>
                          <a:schemeClr val="dk1"/>
                        </a:buClr>
                        <a:buSzPts val="1400"/>
                        <a:buFont typeface="Century Gothic"/>
                        <a:buNone/>
                      </a:pPr>
                      <a:r>
                        <a:t/>
                      </a:r>
                      <a:endParaRPr sz="1400" u="none" cap="none" strike="noStrike"/>
                    </a:p>
                    <a:p>
                      <a:pPr indent="0" lvl="0" marL="0" marR="0" rtl="0" algn="r">
                        <a:lnSpc>
                          <a:spcPct val="100000"/>
                        </a:lnSpc>
                        <a:spcBef>
                          <a:spcPts val="0"/>
                        </a:spcBef>
                        <a:spcAft>
                          <a:spcPts val="0"/>
                        </a:spcAft>
                        <a:buClr>
                          <a:schemeClr val="dk1"/>
                        </a:buClr>
                        <a:buSzPts val="1400"/>
                        <a:buFont typeface="Century Gothic"/>
                        <a:buNone/>
                      </a:pPr>
                      <a:r>
                        <a:t/>
                      </a:r>
                      <a:endParaRPr sz="1400" u="none" cap="none" strike="noStrike"/>
                    </a:p>
                    <a:p>
                      <a:pPr indent="0" lvl="0" marL="0" marR="0" rtl="0" algn="l">
                        <a:lnSpc>
                          <a:spcPct val="100000"/>
                        </a:lnSpc>
                        <a:spcBef>
                          <a:spcPts val="0"/>
                        </a:spcBef>
                        <a:spcAft>
                          <a:spcPts val="0"/>
                        </a:spcAft>
                        <a:buClr>
                          <a:schemeClr val="dk1"/>
                        </a:buClr>
                        <a:buSzPts val="1400"/>
                        <a:buFont typeface="Century Gothic"/>
                        <a:buNone/>
                      </a:pPr>
                      <a:br>
                        <a:rPr lang="en-US" sz="1400" u="none" cap="none" strike="noStrike"/>
                      </a:br>
                      <a:endParaRPr b="0" i="0" sz="1400" u="none" cap="none" strike="noStrike">
                        <a:solidFill>
                          <a:srgbClr val="000000"/>
                        </a:solidFill>
                        <a:latin typeface="Century Gothic"/>
                        <a:ea typeface="Century Gothic"/>
                        <a:cs typeface="Century Gothic"/>
                        <a:sym typeface="Century Gothic"/>
                      </a:endParaRPr>
                    </a:p>
                  </a:txBody>
                  <a:tcPr marT="45725" marB="45725" marR="45725" marL="45725"/>
                </a:tc>
                <a:tc>
                  <a:txBody>
                    <a:bodyPr/>
                    <a:lstStyle/>
                    <a:p>
                      <a:pPr indent="0" lvl="0" marL="0" marR="0" rtl="0" algn="l">
                        <a:lnSpc>
                          <a:spcPct val="100000"/>
                        </a:lnSpc>
                        <a:spcBef>
                          <a:spcPts val="0"/>
                        </a:spcBef>
                        <a:spcAft>
                          <a:spcPts val="0"/>
                        </a:spcAft>
                        <a:buClr>
                          <a:srgbClr val="000000"/>
                        </a:buClr>
                        <a:buSzPts val="1400"/>
                        <a:buFont typeface="Century Gothic"/>
                        <a:buNone/>
                      </a:pPr>
                      <a:r>
                        <a:rPr b="0" i="0" lang="en-US" sz="1400" u="none" cap="none" strike="noStrike">
                          <a:solidFill>
                            <a:srgbClr val="000000"/>
                          </a:solidFill>
                          <a:latin typeface="Century Gothic"/>
                          <a:ea typeface="Century Gothic"/>
                          <a:cs typeface="Century Gothic"/>
                          <a:sym typeface="Century Gothic"/>
                        </a:rPr>
                        <a:t>This paper highlights the problem of suicide, especially among young and middle-aged individuals, and how social media data, particularly tweets, can aid in the early detection of suicidal thoughts. It emphasizes the challenges posed by societal stigma. Machine Learning (ML) and Deep Learning (DL) techniques are suggested for identifying suicidal thoughts in tweets due to their effectiveness.</a:t>
                      </a:r>
                      <a:endParaRPr b="0" sz="1400" u="none" cap="none" strike="noStrike"/>
                    </a:p>
                    <a:p>
                      <a:pPr indent="0" lvl="0" marL="0" marR="0" rtl="0" algn="l">
                        <a:lnSpc>
                          <a:spcPct val="100000"/>
                        </a:lnSpc>
                        <a:spcBef>
                          <a:spcPts val="0"/>
                        </a:spcBef>
                        <a:spcAft>
                          <a:spcPts val="0"/>
                        </a:spcAft>
                        <a:buClr>
                          <a:srgbClr val="000000"/>
                        </a:buClr>
                        <a:buSzPts val="1400"/>
                        <a:buFont typeface="Century Gothic"/>
                        <a:buNone/>
                      </a:pPr>
                      <a:r>
                        <a:rPr b="0" i="0" lang="en-US" sz="1400" u="none" cap="none" strike="noStrike">
                          <a:solidFill>
                            <a:srgbClr val="000000"/>
                          </a:solidFill>
                          <a:latin typeface="Century Gothic"/>
                          <a:ea typeface="Century Gothic"/>
                          <a:cs typeface="Century Gothic"/>
                          <a:sym typeface="Century Gothic"/>
                        </a:rPr>
                        <a:t>Previous research used small datasets, resulting in poor accuracy. The authors collected a dataset of about 50,000 tweets, labelled as suicidal or non-suicidal using sentiment analysis. Various preprocessing steps cleaned the text. DL models consistently outperformed ML models in identifying suicidal tweets. Word cloud analysis highlighted vocabulary differences between suicidal and non-suicidal tweets. Cross-validation assessed ML models, and model validation optimized DL models.</a:t>
                      </a:r>
                      <a:endParaRPr b="0" sz="1400" u="none" cap="none" strike="noStrike"/>
                    </a:p>
                  </a:txBody>
                  <a:tcPr marT="45725" marB="45725" marR="45725" marL="457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8"/>
          <p:cNvSpPr txBox="1"/>
          <p:nvPr>
            <p:ph type="title"/>
          </p:nvPr>
        </p:nvSpPr>
        <p:spPr>
          <a:xfrm>
            <a:off x="186429" y="168662"/>
            <a:ext cx="7346679" cy="761898"/>
          </a:xfrm>
          <a:prstGeom prst="rect">
            <a:avLst/>
          </a:prstGeom>
          <a:noFill/>
          <a:ln>
            <a:noFill/>
          </a:ln>
        </p:spPr>
        <p:txBody>
          <a:bodyPr anchorCtr="0" anchor="b" bIns="45700" lIns="45700" spcFirstLastPara="1" rIns="45700" wrap="square" tIns="45700">
            <a:normAutofit/>
          </a:bodyPr>
          <a:lstStyle/>
          <a:p>
            <a:pPr indent="0" lvl="0" marL="0" rtl="0" algn="l">
              <a:lnSpc>
                <a:spcPct val="100000"/>
              </a:lnSpc>
              <a:spcBef>
                <a:spcPts val="0"/>
              </a:spcBef>
              <a:spcAft>
                <a:spcPts val="0"/>
              </a:spcAft>
              <a:buClr>
                <a:schemeClr val="accent4"/>
              </a:buClr>
              <a:buSzPts val="4000"/>
              <a:buFont typeface="Century Gothic"/>
              <a:buNone/>
            </a:pPr>
            <a:r>
              <a:rPr b="1" lang="en-US" sz="4000">
                <a:solidFill>
                  <a:schemeClr val="accent4"/>
                </a:solidFill>
              </a:rPr>
              <a:t>ARCHITECTURE DIAGRAM : </a:t>
            </a:r>
            <a:endParaRPr/>
          </a:p>
        </p:txBody>
      </p:sp>
      <p:sp>
        <p:nvSpPr>
          <p:cNvPr descr="https://lh7-us.googleusercontent.com/crfMtz7XNWiuchAE7KGScx6t0aQr70vdZ2XEPiNIKRqd-7NhBMTswMBoMI0HqINFqKrUrFq83D-2VWx4dYNIXsXZqOFErrLSG0JeBG3RmMZKC7bHecrQB53QAaTzE2h5VUd4wE5RpLaF3ZTBAGZov6I" id="129" name="Google Shape;129;p8"/>
          <p:cNvSpPr/>
          <p:nvPr/>
        </p:nvSpPr>
        <p:spPr>
          <a:xfrm>
            <a:off x="130175" y="-2643188"/>
            <a:ext cx="5943600" cy="599122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Century Gothic"/>
              <a:ea typeface="Century Gothic"/>
              <a:cs typeface="Century Gothic"/>
              <a:sym typeface="Century Gothic"/>
            </a:endParaRPr>
          </a:p>
        </p:txBody>
      </p:sp>
      <p:sp>
        <p:nvSpPr>
          <p:cNvPr descr="https://lh7-us.googleusercontent.com/crfMtz7XNWiuchAE7KGScx6t0aQr70vdZ2XEPiNIKRqd-7NhBMTswMBoMI0HqINFqKrUrFq83D-2VWx4dYNIXsXZqOFErrLSG0JeBG3RmMZKC7bHecrQB53QAaTzE2h5VUd4wE5RpLaF3ZTBAGZov6I" id="130" name="Google Shape;130;p8"/>
          <p:cNvSpPr/>
          <p:nvPr/>
        </p:nvSpPr>
        <p:spPr>
          <a:xfrm>
            <a:off x="130175" y="-2643188"/>
            <a:ext cx="5943600" cy="599122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Century Gothic"/>
              <a:ea typeface="Century Gothic"/>
              <a:cs typeface="Century Gothic"/>
              <a:sym typeface="Century Gothic"/>
            </a:endParaRPr>
          </a:p>
        </p:txBody>
      </p:sp>
      <p:pic>
        <p:nvPicPr>
          <p:cNvPr descr="https://lh7-us.googleusercontent.com/crfMtz7XNWiuchAE7KGScx6t0aQr70vdZ2XEPiNIKRqd-7NhBMTswMBoMI0HqINFqKrUrFq83D-2VWx4dYNIXsXZqOFErrLSG0JeBG3RmMZKC7bHecrQB53QAaTzE2h5VUd4wE5RpLaF3ZTBAGZov6I" id="131" name="Google Shape;131;p8"/>
          <p:cNvPicPr preferRelativeResize="0"/>
          <p:nvPr/>
        </p:nvPicPr>
        <p:blipFill rotWithShape="1">
          <a:blip r:embed="rId3">
            <a:alphaModFix/>
          </a:blip>
          <a:srcRect b="0" l="0" r="0" t="0"/>
          <a:stretch/>
        </p:blipFill>
        <p:spPr>
          <a:xfrm>
            <a:off x="3092831" y="1133284"/>
            <a:ext cx="5243786" cy="5285804"/>
          </a:xfrm>
          <a:prstGeom prst="rect">
            <a:avLst/>
          </a:prstGeom>
          <a:noFill/>
          <a:ln>
            <a:noFill/>
          </a:ln>
        </p:spPr>
      </p:pic>
    </p:spTree>
  </p:cSld>
  <p:clrMapOvr>
    <a:masterClrMapping/>
  </p:clrMapOvr>
  <mc:AlternateContent>
    <mc:Choice Requires="p14">
      <p:transition spd="slow" p14:dur="12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9"/>
          <p:cNvSpPr txBox="1"/>
          <p:nvPr>
            <p:ph type="title"/>
          </p:nvPr>
        </p:nvSpPr>
        <p:spPr>
          <a:xfrm>
            <a:off x="1141413" y="609600"/>
            <a:ext cx="9905998" cy="564776"/>
          </a:xfrm>
          <a:prstGeom prst="rect">
            <a:avLst/>
          </a:prstGeom>
          <a:noFill/>
          <a:ln>
            <a:noFill/>
          </a:ln>
        </p:spPr>
        <p:txBody>
          <a:bodyPr anchorCtr="0" anchor="ctr" bIns="45700" lIns="45700" spcFirstLastPara="1" rIns="45700" wrap="square" tIns="45700">
            <a:normAutofit/>
          </a:bodyPr>
          <a:lstStyle/>
          <a:p>
            <a:pPr indent="0" lvl="0" marL="0" rtl="0" algn="l">
              <a:lnSpc>
                <a:spcPct val="100000"/>
              </a:lnSpc>
              <a:spcBef>
                <a:spcPts val="0"/>
              </a:spcBef>
              <a:spcAft>
                <a:spcPts val="0"/>
              </a:spcAft>
              <a:buClr>
                <a:schemeClr val="accent4"/>
              </a:buClr>
              <a:buSzPts val="2800"/>
              <a:buFont typeface="Century Gothic"/>
              <a:buNone/>
            </a:pPr>
            <a:r>
              <a:rPr b="1" lang="en-US" sz="2800">
                <a:solidFill>
                  <a:schemeClr val="accent4"/>
                </a:solidFill>
              </a:rPr>
              <a:t>DATA FLOW DIAGRAM : </a:t>
            </a:r>
            <a:endParaRPr/>
          </a:p>
        </p:txBody>
      </p:sp>
      <p:pic>
        <p:nvPicPr>
          <p:cNvPr descr="Content Placeholder 4" id="137" name="Google Shape;137;p9"/>
          <p:cNvPicPr preferRelativeResize="0"/>
          <p:nvPr/>
        </p:nvPicPr>
        <p:blipFill rotWithShape="1">
          <a:blip r:embed="rId3">
            <a:alphaModFix/>
          </a:blip>
          <a:srcRect b="0" l="0" r="0" t="0"/>
          <a:stretch/>
        </p:blipFill>
        <p:spPr>
          <a:xfrm>
            <a:off x="5036616" y="3416668"/>
            <a:ext cx="5255285" cy="3045467"/>
          </a:xfrm>
          <a:prstGeom prst="rect">
            <a:avLst/>
          </a:prstGeom>
          <a:noFill/>
          <a:ln>
            <a:noFill/>
          </a:ln>
        </p:spPr>
      </p:pic>
      <p:pic>
        <p:nvPicPr>
          <p:cNvPr descr="Picture 6" id="138" name="Google Shape;138;p9"/>
          <p:cNvPicPr preferRelativeResize="0"/>
          <p:nvPr/>
        </p:nvPicPr>
        <p:blipFill rotWithShape="1">
          <a:blip r:embed="rId4">
            <a:alphaModFix/>
          </a:blip>
          <a:srcRect b="0" l="0" r="0" t="0"/>
          <a:stretch/>
        </p:blipFill>
        <p:spPr>
          <a:xfrm>
            <a:off x="3788841" y="1430801"/>
            <a:ext cx="7339587" cy="1729444"/>
          </a:xfrm>
          <a:prstGeom prst="rect">
            <a:avLst/>
          </a:prstGeom>
          <a:noFill/>
          <a:ln>
            <a:noFill/>
          </a:ln>
        </p:spPr>
      </p:pic>
      <p:sp>
        <p:nvSpPr>
          <p:cNvPr id="139" name="Google Shape;139;p9"/>
          <p:cNvSpPr txBox="1"/>
          <p:nvPr/>
        </p:nvSpPr>
        <p:spPr>
          <a:xfrm>
            <a:off x="1572616" y="2264330"/>
            <a:ext cx="1160725" cy="376518"/>
          </a:xfrm>
          <a:prstGeom prst="rect">
            <a:avLst/>
          </a:prstGeom>
          <a:noFill/>
          <a:ln>
            <a:noFill/>
          </a:ln>
        </p:spPr>
        <p:txBody>
          <a:bodyPr anchorCtr="0" anchor="ctr" bIns="45700" lIns="45700" spcFirstLastPara="1" rIns="45700" wrap="square" tIns="45700">
            <a:normAutofit/>
          </a:bodyPr>
          <a:lstStyle/>
          <a:p>
            <a:pPr indent="0" lvl="0" marL="0" marR="0" rtl="0" algn="l">
              <a:lnSpc>
                <a:spcPct val="80000"/>
              </a:lnSpc>
              <a:spcBef>
                <a:spcPts val="0"/>
              </a:spcBef>
              <a:spcAft>
                <a:spcPts val="0"/>
              </a:spcAft>
              <a:buClr>
                <a:schemeClr val="accent4"/>
              </a:buClr>
              <a:buSzPts val="1932"/>
              <a:buFont typeface="Century Gothic"/>
              <a:buNone/>
            </a:pPr>
            <a:r>
              <a:rPr b="1" i="0" lang="en-US" sz="1932" u="none" cap="none" strike="noStrike">
                <a:solidFill>
                  <a:schemeClr val="accent4"/>
                </a:solidFill>
                <a:latin typeface="Century Gothic"/>
                <a:ea typeface="Century Gothic"/>
                <a:cs typeface="Century Gothic"/>
                <a:sym typeface="Century Gothic"/>
              </a:rPr>
              <a:t>LEVEL 0: </a:t>
            </a:r>
            <a:endParaRPr/>
          </a:p>
        </p:txBody>
      </p:sp>
      <p:sp>
        <p:nvSpPr>
          <p:cNvPr id="140" name="Google Shape;140;p9"/>
          <p:cNvSpPr txBox="1"/>
          <p:nvPr/>
        </p:nvSpPr>
        <p:spPr>
          <a:xfrm>
            <a:off x="1572616" y="4751142"/>
            <a:ext cx="1160725" cy="376518"/>
          </a:xfrm>
          <a:prstGeom prst="rect">
            <a:avLst/>
          </a:prstGeom>
          <a:noFill/>
          <a:ln>
            <a:noFill/>
          </a:ln>
        </p:spPr>
        <p:txBody>
          <a:bodyPr anchorCtr="0" anchor="ctr" bIns="45700" lIns="45700" spcFirstLastPara="1" rIns="45700" wrap="square" tIns="45700">
            <a:normAutofit/>
          </a:bodyPr>
          <a:lstStyle/>
          <a:p>
            <a:pPr indent="0" lvl="0" marL="0" marR="0" rtl="0" algn="l">
              <a:lnSpc>
                <a:spcPct val="80000"/>
              </a:lnSpc>
              <a:spcBef>
                <a:spcPts val="0"/>
              </a:spcBef>
              <a:spcAft>
                <a:spcPts val="0"/>
              </a:spcAft>
              <a:buClr>
                <a:schemeClr val="accent4"/>
              </a:buClr>
              <a:buSzPts val="1932"/>
              <a:buFont typeface="Century Gothic"/>
              <a:buNone/>
            </a:pPr>
            <a:r>
              <a:rPr b="1" i="0" lang="en-US" sz="1932" u="none" cap="none" strike="noStrike">
                <a:solidFill>
                  <a:schemeClr val="accent4"/>
                </a:solidFill>
                <a:latin typeface="Century Gothic"/>
                <a:ea typeface="Century Gothic"/>
                <a:cs typeface="Century Gothic"/>
                <a:sym typeface="Century Gothic"/>
              </a:rPr>
              <a:t>LEVEL 1: </a:t>
            </a:r>
            <a:endParaRPr/>
          </a:p>
        </p:txBody>
      </p:sp>
    </p:spTree>
  </p:cSld>
  <p:clrMapOvr>
    <a:masterClrMapping/>
  </p:clrMapOvr>
  <mc:AlternateContent>
    <mc:Choice Requires="p14">
      <p:transition spd="slow" p14:dur="12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Mesh">
  <a:themeElements>
    <a:clrScheme name="Mesh">
      <a:dk1>
        <a:srgbClr val="000000"/>
      </a:dk1>
      <a:lt1>
        <a:srgbClr val="FFFFFF"/>
      </a:lt1>
      <a:dk2>
        <a:srgbClr val="A7A7A7"/>
      </a:dk2>
      <a:lt2>
        <a:srgbClr val="535353"/>
      </a:lt2>
      <a:accent1>
        <a:srgbClr val="6F6F6F"/>
      </a:accent1>
      <a:accent2>
        <a:srgbClr val="BFBFA5"/>
      </a:accent2>
      <a:accent3>
        <a:srgbClr val="DCD084"/>
      </a:accent3>
      <a:accent4>
        <a:srgbClr val="E7BF5F"/>
      </a:accent4>
      <a:accent5>
        <a:srgbClr val="E9A039"/>
      </a:accent5>
      <a:accent6>
        <a:srgbClr val="CF7133"/>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esh">
  <a:themeElements>
    <a:clrScheme name="Mesh">
      <a:dk1>
        <a:srgbClr val="000000"/>
      </a:dk1>
      <a:lt1>
        <a:srgbClr val="FFFFFF"/>
      </a:lt1>
      <a:dk2>
        <a:srgbClr val="A7A7A7"/>
      </a:dk2>
      <a:lt2>
        <a:srgbClr val="535353"/>
      </a:lt2>
      <a:accent1>
        <a:srgbClr val="6F6F6F"/>
      </a:accent1>
      <a:accent2>
        <a:srgbClr val="BFBFA5"/>
      </a:accent2>
      <a:accent3>
        <a:srgbClr val="DCD084"/>
      </a:accent3>
      <a:accent4>
        <a:srgbClr val="E7BF5F"/>
      </a:accent4>
      <a:accent5>
        <a:srgbClr val="E9A039"/>
      </a:accent5>
      <a:accent6>
        <a:srgbClr val="CF7133"/>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